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5"/>
  </p:notesMasterIdLst>
  <p:sldIdLst>
    <p:sldId id="256" r:id="rId3"/>
    <p:sldId id="257" r:id="rId4"/>
    <p:sldId id="258" r:id="rId5"/>
    <p:sldId id="273" r:id="rId6"/>
    <p:sldId id="262" r:id="rId7"/>
    <p:sldId id="271" r:id="rId8"/>
    <p:sldId id="274" r:id="rId9"/>
    <p:sldId id="259" r:id="rId10"/>
    <p:sldId id="263" r:id="rId11"/>
    <p:sldId id="264" r:id="rId12"/>
    <p:sldId id="275" r:id="rId13"/>
    <p:sldId id="265" r:id="rId14"/>
    <p:sldId id="260" r:id="rId15"/>
    <p:sldId id="270" r:id="rId16"/>
    <p:sldId id="266" r:id="rId17"/>
    <p:sldId id="276" r:id="rId18"/>
    <p:sldId id="267" r:id="rId19"/>
    <p:sldId id="261" r:id="rId20"/>
    <p:sldId id="277" r:id="rId21"/>
    <p:sldId id="268" r:id="rId22"/>
    <p:sldId id="269" r:id="rId23"/>
    <p:sldId id="278"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BFB"/>
    <a:srgbClr val="404C53"/>
    <a:srgbClr val="3F4B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31" autoAdjust="0"/>
  </p:normalViewPr>
  <p:slideViewPr>
    <p:cSldViewPr snapToGrid="0" showGuides="1">
      <p:cViewPr varScale="1">
        <p:scale>
          <a:sx n="110" d="100"/>
          <a:sy n="110" d="100"/>
        </p:scale>
        <p:origin x="392" y="64"/>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452620869460517E-2"/>
          <c:y val="6.3059284651055675E-2"/>
          <c:w val="0.88991918613003429"/>
          <c:h val="0.79072901037291243"/>
        </c:manualLayout>
      </c:layout>
      <c:lineChart>
        <c:grouping val="standard"/>
        <c:varyColors val="0"/>
        <c:ser>
          <c:idx val="0"/>
          <c:order val="0"/>
          <c:tx>
            <c:strRef>
              <c:f>Sheet1!$B$1</c:f>
              <c:strCache>
                <c:ptCount val="1"/>
                <c:pt idx="0">
                  <c:v>Text here 1</c:v>
                </c:pt>
              </c:strCache>
            </c:strRef>
          </c:tx>
          <c:spPr>
            <a:ln w="25400" cap="rnd">
              <a:solidFill>
                <a:schemeClr val="accent1"/>
              </a:solidFill>
              <a:round/>
            </a:ln>
            <a:effectLst>
              <a:outerShdw blurRad="838200" dist="1841500" dir="5400000" sx="90000" sy="-19000" rotWithShape="0">
                <a:schemeClr val="accent4">
                  <a:alpha val="0"/>
                </a:schemeClr>
              </a:outerShdw>
            </a:effectLst>
          </c:spPr>
          <c:marker>
            <c:symbol val="none"/>
          </c:marker>
          <c:cat>
            <c:strRef>
              <c:f>Sheet1!$A$2:$A$6</c:f>
              <c:strCache>
                <c:ptCount val="5"/>
                <c:pt idx="0">
                  <c:v>task 1</c:v>
                </c:pt>
                <c:pt idx="1">
                  <c:v>task 2</c:v>
                </c:pt>
                <c:pt idx="2">
                  <c:v>task 3</c:v>
                </c:pt>
                <c:pt idx="3">
                  <c:v>task 4</c:v>
                </c:pt>
                <c:pt idx="4">
                  <c:v>task 5</c:v>
                </c:pt>
              </c:strCache>
            </c:strRef>
          </c:cat>
          <c:val>
            <c:numRef>
              <c:f>Sheet1!$B$2:$B$6</c:f>
              <c:numCache>
                <c:formatCode>General</c:formatCode>
                <c:ptCount val="5"/>
                <c:pt idx="0">
                  <c:v>1</c:v>
                </c:pt>
                <c:pt idx="1">
                  <c:v>1.6</c:v>
                </c:pt>
                <c:pt idx="2">
                  <c:v>1</c:v>
                </c:pt>
                <c:pt idx="3">
                  <c:v>2.2999999999999998</c:v>
                </c:pt>
                <c:pt idx="4">
                  <c:v>3</c:v>
                </c:pt>
              </c:numCache>
            </c:numRef>
          </c:val>
          <c:smooth val="1"/>
          <c:extLst>
            <c:ext xmlns:c16="http://schemas.microsoft.com/office/drawing/2014/chart" uri="{C3380CC4-5D6E-409C-BE32-E72D297353CC}">
              <c16:uniqueId val="{00000000-C3B2-42E9-80E4-BF58AB05F344}"/>
            </c:ext>
          </c:extLst>
        </c:ser>
        <c:ser>
          <c:idx val="1"/>
          <c:order val="1"/>
          <c:tx>
            <c:strRef>
              <c:f>Sheet1!$C$1</c:f>
              <c:strCache>
                <c:ptCount val="1"/>
                <c:pt idx="0">
                  <c:v>Text here 2</c:v>
                </c:pt>
              </c:strCache>
            </c:strRef>
          </c:tx>
          <c:spPr>
            <a:ln w="25400" cap="rnd">
              <a:solidFill>
                <a:schemeClr val="tx2"/>
              </a:solidFill>
              <a:round/>
            </a:ln>
            <a:effectLst/>
          </c:spPr>
          <c:marker>
            <c:symbol val="none"/>
          </c:marker>
          <c:cat>
            <c:strRef>
              <c:f>Sheet1!$A$2:$A$6</c:f>
              <c:strCache>
                <c:ptCount val="5"/>
                <c:pt idx="0">
                  <c:v>task 1</c:v>
                </c:pt>
                <c:pt idx="1">
                  <c:v>task 2</c:v>
                </c:pt>
                <c:pt idx="2">
                  <c:v>task 3</c:v>
                </c:pt>
                <c:pt idx="3">
                  <c:v>task 4</c:v>
                </c:pt>
                <c:pt idx="4">
                  <c:v>task 5</c:v>
                </c:pt>
              </c:strCache>
            </c:strRef>
          </c:cat>
          <c:val>
            <c:numRef>
              <c:f>Sheet1!$C$2:$C$6</c:f>
              <c:numCache>
                <c:formatCode>General</c:formatCode>
                <c:ptCount val="5"/>
                <c:pt idx="0">
                  <c:v>0.6</c:v>
                </c:pt>
                <c:pt idx="1">
                  <c:v>1</c:v>
                </c:pt>
                <c:pt idx="2">
                  <c:v>2</c:v>
                </c:pt>
                <c:pt idx="3">
                  <c:v>0.6</c:v>
                </c:pt>
                <c:pt idx="4">
                  <c:v>2</c:v>
                </c:pt>
              </c:numCache>
            </c:numRef>
          </c:val>
          <c:smooth val="1"/>
          <c:extLst>
            <c:ext xmlns:c16="http://schemas.microsoft.com/office/drawing/2014/chart" uri="{C3380CC4-5D6E-409C-BE32-E72D297353CC}">
              <c16:uniqueId val="{00000001-C3B2-42E9-80E4-BF58AB05F344}"/>
            </c:ext>
          </c:extLst>
        </c:ser>
        <c:dLbls>
          <c:showLegendKey val="0"/>
          <c:showVal val="0"/>
          <c:showCatName val="0"/>
          <c:showSerName val="0"/>
          <c:showPercent val="0"/>
          <c:showBubbleSize val="0"/>
        </c:dLbls>
        <c:smooth val="0"/>
        <c:axId val="-1664824096"/>
        <c:axId val="-1664821920"/>
      </c:lineChart>
      <c:catAx>
        <c:axId val="-1664824096"/>
        <c:scaling>
          <c:orientation val="minMax"/>
        </c:scaling>
        <c:delete val="0"/>
        <c:axPos val="b"/>
        <c:numFmt formatCode="General" sourceLinked="1"/>
        <c:majorTickMark val="none"/>
        <c:minorTickMark val="none"/>
        <c:tickLblPos val="nextTo"/>
        <c:spPr>
          <a:noFill/>
          <a:ln w="9525" cap="flat" cmpd="sng" algn="ctr">
            <a:solidFill>
              <a:schemeClr val="tx1">
                <a:lumMod val="50000"/>
                <a:lumOff val="50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664821920"/>
        <c:crosses val="autoZero"/>
        <c:auto val="1"/>
        <c:lblAlgn val="ctr"/>
        <c:lblOffset val="100"/>
        <c:noMultiLvlLbl val="0"/>
      </c:catAx>
      <c:valAx>
        <c:axId val="-1664821920"/>
        <c:scaling>
          <c:orientation val="minMax"/>
        </c:scaling>
        <c:delete val="0"/>
        <c:axPos val="l"/>
        <c:majorGridlines>
          <c:spPr>
            <a:ln w="9525" cap="flat" cmpd="sng" algn="ctr">
              <a:solidFill>
                <a:schemeClr val="tx1">
                  <a:lumMod val="50000"/>
                  <a:lumOff val="50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664824096"/>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alpha val="5000"/>
      </a:schemeClr>
    </a:solid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2"/>
            </a:solidFill>
            <a:ln>
              <a:noFill/>
            </a:ln>
            <a:effectLst/>
          </c:spPr>
          <c:invertIfNegative val="0"/>
          <c:cat>
            <c:strRef>
              <c:f>Sheet1!$A$2</c:f>
              <c:strCache>
                <c:ptCount val="1"/>
                <c:pt idx="0">
                  <c:v>text here</c:v>
                </c:pt>
              </c:strCache>
            </c:strRef>
          </c:cat>
          <c:val>
            <c:numRef>
              <c:f>Sheet1!$B$2</c:f>
              <c:numCache>
                <c:formatCode>0%</c:formatCode>
                <c:ptCount val="1"/>
                <c:pt idx="0">
                  <c:v>0.4</c:v>
                </c:pt>
              </c:numCache>
            </c:numRef>
          </c:val>
          <c:extLst>
            <c:ext xmlns:c16="http://schemas.microsoft.com/office/drawing/2014/chart" uri="{C3380CC4-5D6E-409C-BE32-E72D297353CC}">
              <c16:uniqueId val="{00000000-03F7-44D5-9BA4-1D2D7C5FB4BD}"/>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0.6</c:v>
                </c:pt>
              </c:numCache>
            </c:numRef>
          </c:val>
          <c:extLst>
            <c:ext xmlns:c16="http://schemas.microsoft.com/office/drawing/2014/chart" uri="{C3380CC4-5D6E-409C-BE32-E72D297353CC}">
              <c16:uniqueId val="{00000001-03F7-44D5-9BA4-1D2D7C5FB4BD}"/>
            </c:ext>
          </c:extLst>
        </c:ser>
        <c:dLbls>
          <c:showLegendKey val="0"/>
          <c:showVal val="0"/>
          <c:showCatName val="0"/>
          <c:showSerName val="0"/>
          <c:showPercent val="0"/>
          <c:showBubbleSize val="0"/>
        </c:dLbls>
        <c:gapWidth val="200"/>
        <c:overlap val="100"/>
        <c:axId val="-1664438112"/>
        <c:axId val="-329560704"/>
      </c:barChart>
      <c:catAx>
        <c:axId val="-1664438112"/>
        <c:scaling>
          <c:orientation val="minMax"/>
        </c:scaling>
        <c:delete val="1"/>
        <c:axPos val="l"/>
        <c:numFmt formatCode="General" sourceLinked="1"/>
        <c:majorTickMark val="none"/>
        <c:minorTickMark val="none"/>
        <c:tickLblPos val="nextTo"/>
        <c:crossAx val="-329560704"/>
        <c:crosses val="autoZero"/>
        <c:auto val="1"/>
        <c:lblAlgn val="ctr"/>
        <c:lblOffset val="100"/>
        <c:noMultiLvlLbl val="0"/>
      </c:catAx>
      <c:valAx>
        <c:axId val="-329560704"/>
        <c:scaling>
          <c:orientation val="minMax"/>
        </c:scaling>
        <c:delete val="1"/>
        <c:axPos val="b"/>
        <c:numFmt formatCode="0%" sourceLinked="1"/>
        <c:majorTickMark val="none"/>
        <c:minorTickMark val="none"/>
        <c:tickLblPos val="nextTo"/>
        <c:crossAx val="-16644381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057E-48D6-B141-A394155D33E6}"/>
              </c:ext>
            </c:extLst>
          </c:dPt>
          <c:cat>
            <c:strRef>
              <c:f>Sheet1!$A$2</c:f>
              <c:strCache>
                <c:ptCount val="1"/>
                <c:pt idx="0">
                  <c:v>text here</c:v>
                </c:pt>
              </c:strCache>
            </c:strRef>
          </c:cat>
          <c:val>
            <c:numRef>
              <c:f>Sheet1!$B$2</c:f>
              <c:numCache>
                <c:formatCode>0%</c:formatCode>
                <c:ptCount val="1"/>
                <c:pt idx="0">
                  <c:v>0.6</c:v>
                </c:pt>
              </c:numCache>
            </c:numRef>
          </c:val>
          <c:extLst>
            <c:ext xmlns:c16="http://schemas.microsoft.com/office/drawing/2014/chart" uri="{C3380CC4-5D6E-409C-BE32-E72D297353CC}">
              <c16:uniqueId val="{00000000-ADDA-4CD7-81D3-4457721669C7}"/>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0.4</c:v>
                </c:pt>
              </c:numCache>
            </c:numRef>
          </c:val>
          <c:extLst>
            <c:ext xmlns:c16="http://schemas.microsoft.com/office/drawing/2014/chart" uri="{C3380CC4-5D6E-409C-BE32-E72D297353CC}">
              <c16:uniqueId val="{00000001-ADDA-4CD7-81D3-4457721669C7}"/>
            </c:ext>
          </c:extLst>
        </c:ser>
        <c:dLbls>
          <c:showLegendKey val="0"/>
          <c:showVal val="0"/>
          <c:showCatName val="0"/>
          <c:showSerName val="0"/>
          <c:showPercent val="0"/>
          <c:showBubbleSize val="0"/>
        </c:dLbls>
        <c:gapWidth val="200"/>
        <c:overlap val="100"/>
        <c:axId val="-1664028400"/>
        <c:axId val="-1664053968"/>
      </c:barChart>
      <c:catAx>
        <c:axId val="-1664028400"/>
        <c:scaling>
          <c:orientation val="minMax"/>
        </c:scaling>
        <c:delete val="1"/>
        <c:axPos val="l"/>
        <c:numFmt formatCode="General" sourceLinked="1"/>
        <c:majorTickMark val="none"/>
        <c:minorTickMark val="none"/>
        <c:tickLblPos val="nextTo"/>
        <c:crossAx val="-1664053968"/>
        <c:crosses val="autoZero"/>
        <c:auto val="1"/>
        <c:lblAlgn val="ctr"/>
        <c:lblOffset val="100"/>
        <c:noMultiLvlLbl val="0"/>
      </c:catAx>
      <c:valAx>
        <c:axId val="-1664053968"/>
        <c:scaling>
          <c:orientation val="minMax"/>
        </c:scaling>
        <c:delete val="1"/>
        <c:axPos val="b"/>
        <c:numFmt formatCode="0%" sourceLinked="1"/>
        <c:majorTickMark val="none"/>
        <c:minorTickMark val="none"/>
        <c:tickLblPos val="nextTo"/>
        <c:crossAx val="-16640284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2"/>
            </a:solidFill>
            <a:ln>
              <a:noFill/>
            </a:ln>
            <a:effectLst/>
          </c:spPr>
          <c:invertIfNegative val="0"/>
          <c:cat>
            <c:strRef>
              <c:f>Sheet1!$A$2</c:f>
              <c:strCache>
                <c:ptCount val="1"/>
                <c:pt idx="0">
                  <c:v>text here</c:v>
                </c:pt>
              </c:strCache>
            </c:strRef>
          </c:cat>
          <c:val>
            <c:numRef>
              <c:f>Sheet1!$B$2</c:f>
              <c:numCache>
                <c:formatCode>0%</c:formatCode>
                <c:ptCount val="1"/>
                <c:pt idx="0">
                  <c:v>0.2</c:v>
                </c:pt>
              </c:numCache>
            </c:numRef>
          </c:val>
          <c:extLst>
            <c:ext xmlns:c16="http://schemas.microsoft.com/office/drawing/2014/chart" uri="{C3380CC4-5D6E-409C-BE32-E72D297353CC}">
              <c16:uniqueId val="{00000000-BB52-4BF2-9953-E7973D9CE9C4}"/>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0.8</c:v>
                </c:pt>
              </c:numCache>
            </c:numRef>
          </c:val>
          <c:extLst>
            <c:ext xmlns:c16="http://schemas.microsoft.com/office/drawing/2014/chart" uri="{C3380CC4-5D6E-409C-BE32-E72D297353CC}">
              <c16:uniqueId val="{00000001-BB52-4BF2-9953-E7973D9CE9C4}"/>
            </c:ext>
          </c:extLst>
        </c:ser>
        <c:dLbls>
          <c:showLegendKey val="0"/>
          <c:showVal val="0"/>
          <c:showCatName val="0"/>
          <c:showSerName val="0"/>
          <c:showPercent val="0"/>
          <c:showBubbleSize val="0"/>
        </c:dLbls>
        <c:gapWidth val="200"/>
        <c:overlap val="100"/>
        <c:axId val="-8741744"/>
        <c:axId val="-1664028944"/>
      </c:barChart>
      <c:catAx>
        <c:axId val="-8741744"/>
        <c:scaling>
          <c:orientation val="minMax"/>
        </c:scaling>
        <c:delete val="1"/>
        <c:axPos val="l"/>
        <c:numFmt formatCode="General" sourceLinked="1"/>
        <c:majorTickMark val="none"/>
        <c:minorTickMark val="none"/>
        <c:tickLblPos val="nextTo"/>
        <c:crossAx val="-1664028944"/>
        <c:crosses val="autoZero"/>
        <c:auto val="1"/>
        <c:lblAlgn val="ctr"/>
        <c:lblOffset val="100"/>
        <c:noMultiLvlLbl val="0"/>
      </c:catAx>
      <c:valAx>
        <c:axId val="-1664028944"/>
        <c:scaling>
          <c:orientation val="minMax"/>
        </c:scaling>
        <c:delete val="1"/>
        <c:axPos val="b"/>
        <c:numFmt formatCode="0%" sourceLinked="1"/>
        <c:majorTickMark val="none"/>
        <c:minorTickMark val="none"/>
        <c:tickLblPos val="nextTo"/>
        <c:crossAx val="-8741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D659-480A-A4CF-1BB5840E30BD}"/>
              </c:ext>
            </c:extLst>
          </c:dPt>
          <c:cat>
            <c:strRef>
              <c:f>Sheet1!$A$2</c:f>
              <c:strCache>
                <c:ptCount val="1"/>
                <c:pt idx="0">
                  <c:v>text here</c:v>
                </c:pt>
              </c:strCache>
            </c:strRef>
          </c:cat>
          <c:val>
            <c:numRef>
              <c:f>Sheet1!$B$2</c:f>
              <c:numCache>
                <c:formatCode>0%</c:formatCode>
                <c:ptCount val="1"/>
                <c:pt idx="0">
                  <c:v>0.8</c:v>
                </c:pt>
              </c:numCache>
            </c:numRef>
          </c:val>
          <c:extLst>
            <c:ext xmlns:c16="http://schemas.microsoft.com/office/drawing/2014/chart" uri="{C3380CC4-5D6E-409C-BE32-E72D297353CC}">
              <c16:uniqueId val="{00000000-1493-495C-A4D4-062332094112}"/>
            </c:ext>
          </c:extLst>
        </c:ser>
        <c:ser>
          <c:idx val="1"/>
          <c:order val="1"/>
          <c:tx>
            <c:strRef>
              <c:f>Sheet1!$C$1</c:f>
              <c:strCache>
                <c:ptCount val="1"/>
                <c:pt idx="0">
                  <c:v>系列 2</c:v>
                </c:pt>
              </c:strCache>
            </c:strRef>
          </c:tx>
          <c:spPr>
            <a:solidFill>
              <a:schemeClr val="tx1">
                <a:lumMod val="50000"/>
                <a:lumOff val="50000"/>
                <a:alpha val="10000"/>
              </a:schemeClr>
            </a:solidFill>
            <a:ln>
              <a:noFill/>
            </a:ln>
            <a:effectLst/>
          </c:spPr>
          <c:invertIfNegative val="0"/>
          <c:cat>
            <c:strRef>
              <c:f>Sheet1!$A$2</c:f>
              <c:strCache>
                <c:ptCount val="1"/>
                <c:pt idx="0">
                  <c:v>text here</c:v>
                </c:pt>
              </c:strCache>
            </c:strRef>
          </c:cat>
          <c:val>
            <c:numRef>
              <c:f>Sheet1!$C$2</c:f>
              <c:numCache>
                <c:formatCode>0%</c:formatCode>
                <c:ptCount val="1"/>
                <c:pt idx="0">
                  <c:v>0.2</c:v>
                </c:pt>
              </c:numCache>
            </c:numRef>
          </c:val>
          <c:extLst>
            <c:ext xmlns:c16="http://schemas.microsoft.com/office/drawing/2014/chart" uri="{C3380CC4-5D6E-409C-BE32-E72D297353CC}">
              <c16:uniqueId val="{00000001-1493-495C-A4D4-062332094112}"/>
            </c:ext>
          </c:extLst>
        </c:ser>
        <c:dLbls>
          <c:showLegendKey val="0"/>
          <c:showVal val="0"/>
          <c:showCatName val="0"/>
          <c:showSerName val="0"/>
          <c:showPercent val="0"/>
          <c:showBubbleSize val="0"/>
        </c:dLbls>
        <c:gapWidth val="200"/>
        <c:overlap val="100"/>
        <c:axId val="-8713456"/>
        <c:axId val="-8711280"/>
      </c:barChart>
      <c:catAx>
        <c:axId val="-8713456"/>
        <c:scaling>
          <c:orientation val="minMax"/>
        </c:scaling>
        <c:delete val="1"/>
        <c:axPos val="l"/>
        <c:numFmt formatCode="General" sourceLinked="1"/>
        <c:majorTickMark val="none"/>
        <c:minorTickMark val="none"/>
        <c:tickLblPos val="nextTo"/>
        <c:crossAx val="-8711280"/>
        <c:crosses val="autoZero"/>
        <c:auto val="1"/>
        <c:lblAlgn val="ctr"/>
        <c:lblOffset val="100"/>
        <c:noMultiLvlLbl val="0"/>
      </c:catAx>
      <c:valAx>
        <c:axId val="-8711280"/>
        <c:scaling>
          <c:orientation val="minMax"/>
        </c:scaling>
        <c:delete val="1"/>
        <c:axPos val="b"/>
        <c:numFmt formatCode="0%" sourceLinked="1"/>
        <c:majorTickMark val="none"/>
        <c:minorTickMark val="none"/>
        <c:tickLblPos val="nextTo"/>
        <c:crossAx val="-8713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286D6E-3FFB-4E2A-BE04-223D3B8B7346}" type="datetimeFigureOut">
              <a:rPr lang="zh-CN" altLang="en-US" smtClean="0"/>
              <a:t>2026/7/18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8D03F-007C-4AB0-9BBC-918509073553}" type="slidenum">
              <a:rPr lang="zh-CN" altLang="en-US" smtClean="0"/>
              <a:t>‹#›</a:t>
            </a:fld>
            <a:endParaRPr lang="zh-CN" altLang="en-US"/>
          </a:p>
        </p:txBody>
      </p:sp>
    </p:spTree>
    <p:extLst>
      <p:ext uri="{BB962C8B-B14F-4D97-AF65-F5344CB8AC3E}">
        <p14:creationId xmlns:p14="http://schemas.microsoft.com/office/powerpoint/2010/main" val="2618655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1EC8D03F-007C-4AB0-9BBC-918509073553}" type="slidenum">
              <a:rPr lang="zh-CN" altLang="en-US" smtClean="0"/>
              <a:t>3</a:t>
            </a:fld>
            <a:endParaRPr lang="zh-CN" altLang="en-US"/>
          </a:p>
        </p:txBody>
      </p:sp>
    </p:spTree>
    <p:extLst>
      <p:ext uri="{BB962C8B-B14F-4D97-AF65-F5344CB8AC3E}">
        <p14:creationId xmlns:p14="http://schemas.microsoft.com/office/powerpoint/2010/main" val="2117989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2ad90287-3e06-4b71-83ba-43074ef0c7e0.source.default.zh-Hans</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t>9</a:t>
            </a:fld>
            <a:endParaRPr lang="zh-CN" altLang="en-US"/>
          </a:p>
        </p:txBody>
      </p:sp>
    </p:spTree>
    <p:extLst>
      <p:ext uri="{BB962C8B-B14F-4D97-AF65-F5344CB8AC3E}">
        <p14:creationId xmlns:p14="http://schemas.microsoft.com/office/powerpoint/2010/main" val="304894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5e8fa7e9-afdb-4713-8077-f7ee3728c87e.source.default.zh-Hans</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t>10</a:t>
            </a:fld>
            <a:endParaRPr lang="zh-CN" altLang="en-US"/>
          </a:p>
        </p:txBody>
      </p:sp>
    </p:spTree>
    <p:extLst>
      <p:ext uri="{BB962C8B-B14F-4D97-AF65-F5344CB8AC3E}">
        <p14:creationId xmlns:p14="http://schemas.microsoft.com/office/powerpoint/2010/main" val="2986251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355234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121815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2694019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79554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2996011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936910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68282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455615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745381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275474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322550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01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712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DE6A2123-A908-D981-D47F-0711B154E929}"/>
              </a:ext>
            </a:extLst>
          </p:cNvPr>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345570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992936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592890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049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2A2588-13E2-4F45-84BD-867A473B7078}" type="datetimeFigureOut">
              <a:rPr lang="zh-CN" altLang="en-US" smtClean="0"/>
              <a:t>2026/7/18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CD8170-726F-468E-9988-808EDCFBA6F1}" type="slidenum">
              <a:rPr lang="zh-CN" altLang="en-US" smtClean="0"/>
              <a:t>‹#›</a:t>
            </a:fld>
            <a:endParaRPr lang="zh-CN" altLang="en-US"/>
          </a:p>
        </p:txBody>
      </p:sp>
    </p:spTree>
    <p:extLst>
      <p:ext uri="{BB962C8B-B14F-4D97-AF65-F5344CB8AC3E}">
        <p14:creationId xmlns:p14="http://schemas.microsoft.com/office/powerpoint/2010/main" val="1479337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30319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slideLayout" Target="../slideLayouts/slideLayout6.xml"/><Relationship Id="rId1" Type="http://schemas.openxmlformats.org/officeDocument/2006/relationships/tags" Target="../tags/tag15.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4F739B-C461-4948-8482-14978B143990}"/>
              </a:ext>
            </a:extLst>
          </p:cNvPr>
          <p:cNvSpPr/>
          <p:nvPr/>
        </p:nvSpPr>
        <p:spPr>
          <a:xfrm>
            <a:off x="0" y="0"/>
            <a:ext cx="12192000" cy="6858000"/>
          </a:xfrm>
          <a:prstGeom prst="rect">
            <a:avLst/>
          </a:prstGeom>
          <a:solidFill>
            <a:srgbClr val="404C5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îṧľîḍê">
            <a:extLst>
              <a:ext uri="{FF2B5EF4-FFF2-40B4-BE49-F238E27FC236}">
                <a16:creationId xmlns:a16="http://schemas.microsoft.com/office/drawing/2014/main" id="{37A3F814-A1F8-4B90-8B6A-97EF1D40FE3D}"/>
              </a:ext>
            </a:extLst>
          </p:cNvPr>
          <p:cNvSpPr/>
          <p:nvPr/>
        </p:nvSpPr>
        <p:spPr bwMode="auto">
          <a:xfrm>
            <a:off x="0" y="0"/>
            <a:ext cx="12192000" cy="5123061"/>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en-US" sz="2800" b="1">
              <a:solidFill>
                <a:schemeClr val="lt1"/>
              </a:solidFill>
            </a:endParaRPr>
          </a:p>
        </p:txBody>
      </p:sp>
      <p:pic>
        <p:nvPicPr>
          <p:cNvPr id="24" name="图片 23"/>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a:off x="-7887" y="-5957"/>
            <a:ext cx="12184114" cy="5123061"/>
          </a:xfrm>
          <a:custGeom>
            <a:avLst/>
            <a:gdLst>
              <a:gd name="connsiteX0" fmla="*/ 12184114 w 12184114"/>
              <a:gd name="connsiteY0" fmla="*/ 0 h 5123061"/>
              <a:gd name="connsiteX1" fmla="*/ 1527743 w 12184114"/>
              <a:gd name="connsiteY1" fmla="*/ 0 h 5123061"/>
              <a:gd name="connsiteX2" fmla="*/ 0 w 12184114"/>
              <a:gd name="connsiteY2" fmla="*/ 0 h 5123061"/>
              <a:gd name="connsiteX3" fmla="*/ 0 w 12184114"/>
              <a:gd name="connsiteY3" fmla="*/ 925444 h 5123061"/>
              <a:gd name="connsiteX4" fmla="*/ 191063 w 12184114"/>
              <a:gd name="connsiteY4" fmla="*/ 830247 h 5123061"/>
              <a:gd name="connsiteX5" fmla="*/ 6088114 w 12184114"/>
              <a:gd name="connsiteY5" fmla="*/ 2602243 h 5123061"/>
              <a:gd name="connsiteX6" fmla="*/ 12184114 w 12184114"/>
              <a:gd name="connsiteY6" fmla="*/ 4275114 h 5123061"/>
              <a:gd name="connsiteX7" fmla="*/ 12184114 w 12184114"/>
              <a:gd name="connsiteY7"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4114" h="5123061">
                <a:moveTo>
                  <a:pt x="12184114" y="0"/>
                </a:moveTo>
                <a:cubicBezTo>
                  <a:pt x="8586764" y="0"/>
                  <a:pt x="5097957" y="0"/>
                  <a:pt x="1527743" y="0"/>
                </a:cubicBezTo>
                <a:lnTo>
                  <a:pt x="0" y="0"/>
                </a:lnTo>
                <a:lnTo>
                  <a:pt x="0" y="925444"/>
                </a:lnTo>
                <a:lnTo>
                  <a:pt x="191063" y="830247"/>
                </a:lnTo>
                <a:cubicBezTo>
                  <a:pt x="2242671" y="-138135"/>
                  <a:pt x="4165393" y="621519"/>
                  <a:pt x="6088114" y="2602243"/>
                </a:cubicBezTo>
                <a:cubicBezTo>
                  <a:pt x="8072856" y="4646863"/>
                  <a:pt x="10057602" y="6133859"/>
                  <a:pt x="12184114" y="4275114"/>
                </a:cubicBezTo>
                <a:cubicBezTo>
                  <a:pt x="12184114" y="2788118"/>
                  <a:pt x="12184114" y="1301121"/>
                  <a:pt x="12184114" y="0"/>
                </a:cubicBezTo>
                <a:close/>
              </a:path>
            </a:pathLst>
          </a:custGeom>
        </p:spPr>
      </p:pic>
      <p:sp>
        <p:nvSpPr>
          <p:cNvPr id="6" name="任意多边形: 形状 17">
            <a:extLst>
              <a:ext uri="{FF2B5EF4-FFF2-40B4-BE49-F238E27FC236}">
                <a16:creationId xmlns:a16="http://schemas.microsoft.com/office/drawing/2014/main" id="{04DB5B11-4BA3-4839-A6D2-5923F0B203D0}"/>
              </a:ext>
            </a:extLst>
          </p:cNvPr>
          <p:cNvSpPr/>
          <p:nvPr/>
        </p:nvSpPr>
        <p:spPr bwMode="auto">
          <a:xfrm>
            <a:off x="0" y="0"/>
            <a:ext cx="3943" cy="3532593"/>
          </a:xfrm>
          <a:custGeom>
            <a:avLst/>
            <a:gdLst>
              <a:gd name="connsiteX0" fmla="*/ 0 w 3943"/>
              <a:gd name="connsiteY0" fmla="*/ 0 h 3532593"/>
              <a:gd name="connsiteX1" fmla="*/ 3943 w 3943"/>
              <a:gd name="connsiteY1" fmla="*/ 0 h 3532593"/>
              <a:gd name="connsiteX2" fmla="*/ 3943 w 3943"/>
              <a:gd name="connsiteY2" fmla="*/ 3162771 h 3532593"/>
              <a:gd name="connsiteX3" fmla="*/ 3943 w 3943"/>
              <a:gd name="connsiteY3" fmla="*/ 3532593 h 3532593"/>
              <a:gd name="connsiteX4" fmla="*/ 0 w 3943"/>
              <a:gd name="connsiteY4" fmla="*/ 3529900 h 3532593"/>
              <a:gd name="connsiteX5" fmla="*/ 0 w 3943"/>
              <a:gd name="connsiteY5" fmla="*/ 0 h 353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3" h="3532593">
                <a:moveTo>
                  <a:pt x="0" y="0"/>
                </a:moveTo>
                <a:lnTo>
                  <a:pt x="3943" y="0"/>
                </a:lnTo>
                <a:cubicBezTo>
                  <a:pt x="3943" y="975841"/>
                  <a:pt x="3943" y="2056237"/>
                  <a:pt x="3943" y="3162771"/>
                </a:cubicBezTo>
                <a:lnTo>
                  <a:pt x="3943" y="3532593"/>
                </a:lnTo>
                <a:lnTo>
                  <a:pt x="0" y="3529900"/>
                </a:lnTo>
                <a:cubicBezTo>
                  <a:pt x="0" y="2302109"/>
                  <a:pt x="0" y="1074317"/>
                  <a:pt x="0" y="0"/>
                </a:cubicBezTo>
                <a:close/>
              </a:path>
            </a:pathLst>
          </a:custGeom>
          <a:gradFill>
            <a:gsLst>
              <a:gs pos="0">
                <a:schemeClr val="accent1">
                  <a:alpha val="75000"/>
                </a:schemeClr>
              </a:gs>
              <a:gs pos="95575">
                <a:schemeClr val="accent1">
                  <a:lumMod val="50000"/>
                  <a:alpha val="16000"/>
                </a:schemeClr>
              </a:gs>
            </a:gsLst>
            <a:lin ang="2700000" scaled="1"/>
          </a:gra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 name="任意多边形: 形状 16">
            <a:extLst>
              <a:ext uri="{FF2B5EF4-FFF2-40B4-BE49-F238E27FC236}">
                <a16:creationId xmlns:a16="http://schemas.microsoft.com/office/drawing/2014/main" id="{FE40F50A-7DD8-4A13-A147-3E2F69D7B088}"/>
              </a:ext>
            </a:extLst>
          </p:cNvPr>
          <p:cNvSpPr/>
          <p:nvPr/>
        </p:nvSpPr>
        <p:spPr bwMode="auto">
          <a:xfrm>
            <a:off x="12188056" y="0"/>
            <a:ext cx="3944" cy="767370"/>
          </a:xfrm>
          <a:custGeom>
            <a:avLst/>
            <a:gdLst>
              <a:gd name="connsiteX0" fmla="*/ 0 w 3944"/>
              <a:gd name="connsiteY0" fmla="*/ 0 h 767370"/>
              <a:gd name="connsiteX1" fmla="*/ 3944 w 3944"/>
              <a:gd name="connsiteY1" fmla="*/ 0 h 767370"/>
              <a:gd name="connsiteX2" fmla="*/ 3944 w 3944"/>
              <a:gd name="connsiteY2" fmla="*/ 767370 h 767370"/>
              <a:gd name="connsiteX3" fmla="*/ 0 w 3944"/>
              <a:gd name="connsiteY3" fmla="*/ 765747 h 767370"/>
              <a:gd name="connsiteX4" fmla="*/ 0 w 3944"/>
              <a:gd name="connsiteY4" fmla="*/ 679604 h 767370"/>
              <a:gd name="connsiteX5" fmla="*/ 0 w 3944"/>
              <a:gd name="connsiteY5" fmla="*/ 0 h 76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4" h="767370">
                <a:moveTo>
                  <a:pt x="0" y="0"/>
                </a:moveTo>
                <a:lnTo>
                  <a:pt x="3944" y="0"/>
                </a:lnTo>
                <a:cubicBezTo>
                  <a:pt x="3944" y="306948"/>
                  <a:pt x="3944" y="460422"/>
                  <a:pt x="3944" y="767370"/>
                </a:cubicBezTo>
                <a:lnTo>
                  <a:pt x="0" y="765747"/>
                </a:lnTo>
                <a:lnTo>
                  <a:pt x="0" y="679604"/>
                </a:lnTo>
                <a:cubicBezTo>
                  <a:pt x="0" y="453069"/>
                  <a:pt x="0" y="278812"/>
                  <a:pt x="0" y="0"/>
                </a:cubicBezTo>
                <a:close/>
              </a:path>
            </a:pathLst>
          </a:custGeom>
          <a:gradFill>
            <a:gsLst>
              <a:gs pos="0">
                <a:schemeClr val="accent1">
                  <a:alpha val="75000"/>
                </a:schemeClr>
              </a:gs>
              <a:gs pos="95575">
                <a:schemeClr val="accent1">
                  <a:lumMod val="50000"/>
                  <a:alpha val="16000"/>
                </a:schemeClr>
              </a:gs>
            </a:gsLst>
            <a:lin ang="2700000" scaled="1"/>
          </a:gra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D98EF370-628A-47CC-BCC0-10028B9571F9}"/>
              </a:ext>
            </a:extLst>
          </p:cNvPr>
          <p:cNvSpPr/>
          <p:nvPr/>
        </p:nvSpPr>
        <p:spPr bwMode="auto">
          <a:xfrm>
            <a:off x="3943" y="339635"/>
            <a:ext cx="12184113" cy="4783426"/>
          </a:xfrm>
          <a:custGeom>
            <a:avLst/>
            <a:gdLst>
              <a:gd name="connsiteX0" fmla="*/ 10231660 w 12184113"/>
              <a:gd name="connsiteY0" fmla="*/ 24 h 4783426"/>
              <a:gd name="connsiteX1" fmla="*/ 11989108 w 12184113"/>
              <a:gd name="connsiteY1" fmla="*/ 345888 h 4783426"/>
              <a:gd name="connsiteX2" fmla="*/ 12184113 w 12184113"/>
              <a:gd name="connsiteY2" fmla="*/ 426112 h 4783426"/>
              <a:gd name="connsiteX3" fmla="*/ 12184113 w 12184113"/>
              <a:gd name="connsiteY3" fmla="*/ 458319 h 4783426"/>
              <a:gd name="connsiteX4" fmla="*/ 12184113 w 12184113"/>
              <a:gd name="connsiteY4" fmla="*/ 589738 h 4783426"/>
              <a:gd name="connsiteX5" fmla="*/ 6092057 w 12184113"/>
              <a:gd name="connsiteY5" fmla="*/ 2262608 h 4783426"/>
              <a:gd name="connsiteX6" fmla="*/ 0 w 12184113"/>
              <a:gd name="connsiteY6" fmla="*/ 3935479 h 4783426"/>
              <a:gd name="connsiteX7" fmla="*/ 0 w 12184113"/>
              <a:gd name="connsiteY7" fmla="*/ 3192958 h 4783426"/>
              <a:gd name="connsiteX8" fmla="*/ 195006 w 12184113"/>
              <a:gd name="connsiteY8" fmla="*/ 3326124 h 4783426"/>
              <a:gd name="connsiteX9" fmla="*/ 6092057 w 12184113"/>
              <a:gd name="connsiteY9" fmla="*/ 1808999 h 4783426"/>
              <a:gd name="connsiteX10" fmla="*/ 10231660 w 12184113"/>
              <a:gd name="connsiteY10" fmla="*/ 24 h 478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4113" h="4783426">
                <a:moveTo>
                  <a:pt x="10231660" y="24"/>
                </a:moveTo>
                <a:cubicBezTo>
                  <a:pt x="10808715" y="1878"/>
                  <a:pt x="11393479" y="113752"/>
                  <a:pt x="11989108" y="345888"/>
                </a:cubicBezTo>
                <a:lnTo>
                  <a:pt x="12184113" y="426112"/>
                </a:lnTo>
                <a:lnTo>
                  <a:pt x="12184113" y="458319"/>
                </a:lnTo>
                <a:cubicBezTo>
                  <a:pt x="12184113" y="499705"/>
                  <a:pt x="12184113" y="543269"/>
                  <a:pt x="12184113" y="589738"/>
                </a:cubicBezTo>
                <a:cubicBezTo>
                  <a:pt x="10058978" y="-525510"/>
                  <a:pt x="8075517" y="217989"/>
                  <a:pt x="6092057" y="2262608"/>
                </a:cubicBezTo>
                <a:cubicBezTo>
                  <a:pt x="4108598" y="4307228"/>
                  <a:pt x="2125136" y="5794224"/>
                  <a:pt x="0" y="3935479"/>
                </a:cubicBezTo>
                <a:lnTo>
                  <a:pt x="0" y="3192958"/>
                </a:lnTo>
                <a:lnTo>
                  <a:pt x="195006" y="3326124"/>
                </a:lnTo>
                <a:cubicBezTo>
                  <a:pt x="2246616" y="4647817"/>
                  <a:pt x="4169338" y="3444455"/>
                  <a:pt x="6092057" y="1808999"/>
                </a:cubicBezTo>
                <a:cubicBezTo>
                  <a:pt x="7456569" y="648353"/>
                  <a:pt x="8821081" y="-4510"/>
                  <a:pt x="10231660" y="24"/>
                </a:cubicBezTo>
                <a:close/>
              </a:path>
            </a:pathLst>
          </a:custGeom>
          <a:solidFill>
            <a:schemeClr val="accent1">
              <a:alpha val="84000"/>
            </a:schemeClr>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文本框 24">
            <a:extLst>
              <a:ext uri="{FF2B5EF4-FFF2-40B4-BE49-F238E27FC236}">
                <a16:creationId xmlns:a16="http://schemas.microsoft.com/office/drawing/2014/main" id="{EAC4726F-BA12-C730-546C-A10E4C223548}"/>
              </a:ext>
            </a:extLst>
          </p:cNvPr>
          <p:cNvSpPr txBox="1"/>
          <p:nvPr/>
        </p:nvSpPr>
        <p:spPr>
          <a:xfrm>
            <a:off x="5584823" y="3313576"/>
            <a:ext cx="6377397" cy="1477328"/>
          </a:xfrm>
          <a:prstGeom prst="rect">
            <a:avLst/>
          </a:prstGeom>
          <a:noFill/>
          <a:ln>
            <a:noFill/>
          </a:ln>
        </p:spPr>
        <p:txBody>
          <a:bodyPr wrap="square" rtlCol="0">
            <a:spAutoFit/>
          </a:bodyPr>
          <a:lstStyle/>
          <a:p>
            <a:pPr algn="r"/>
            <a:r>
              <a:rPr lang="zh-CN" altLang="en-US" sz="9000" spc="600" dirty="0">
                <a:solidFill>
                  <a:schemeClr val="bg1"/>
                </a:solidFill>
                <a:latin typeface="思源宋体 CN Heavy" panose="02020900000000000000" pitchFamily="18" charset="-122"/>
                <a:ea typeface="思源宋体 CN Heavy" panose="02020900000000000000" pitchFamily="18" charset="-122"/>
                <a:cs typeface="+mn-ea"/>
                <a:sym typeface="+mn-lt"/>
              </a:rPr>
              <a:t>商业计划书</a:t>
            </a:r>
          </a:p>
        </p:txBody>
      </p:sp>
      <p:sp>
        <p:nvSpPr>
          <p:cNvPr id="26" name="文本框 25">
            <a:extLst>
              <a:ext uri="{FF2B5EF4-FFF2-40B4-BE49-F238E27FC236}">
                <a16:creationId xmlns:a16="http://schemas.microsoft.com/office/drawing/2014/main" id="{74C1DB9D-84AA-9840-AB20-DE3E99018B5D}"/>
              </a:ext>
            </a:extLst>
          </p:cNvPr>
          <p:cNvSpPr txBox="1"/>
          <p:nvPr/>
        </p:nvSpPr>
        <p:spPr>
          <a:xfrm>
            <a:off x="5778231" y="4772400"/>
            <a:ext cx="6066210" cy="507831"/>
          </a:xfrm>
          <a:prstGeom prst="rect">
            <a:avLst/>
          </a:prstGeom>
          <a:noFill/>
          <a:ln>
            <a:noFill/>
          </a:ln>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lang="en-US" altLang="zh-CN" sz="900" dirty="0">
                <a:solidFill>
                  <a:schemeClr val="bg1"/>
                </a:solidFill>
                <a:latin typeface="思源黑体" panose="020B0500000000000000" pitchFamily="34" charset="-122"/>
                <a:ea typeface="思源黑体" panose="020B0500000000000000" pitchFamily="34" charset="-122"/>
                <a:cs typeface="+mn-ea"/>
                <a:sym typeface="+mn-lt"/>
              </a:rPr>
              <a:t>Adjust the spacing to adapt to Chinese typesetting, use the reference line in PPT. Theme color makes PPT more convenient to change. Adjust the spacing to adapt to Chinese typesetting. </a:t>
            </a:r>
          </a:p>
        </p:txBody>
      </p:sp>
      <p:sp>
        <p:nvSpPr>
          <p:cNvPr id="27" name="文本框 26">
            <a:extLst>
              <a:ext uri="{FF2B5EF4-FFF2-40B4-BE49-F238E27FC236}">
                <a16:creationId xmlns:a16="http://schemas.microsoft.com/office/drawing/2014/main" id="{B9C20CB8-C42D-AA4B-5828-E7D35C2E33A4}"/>
              </a:ext>
            </a:extLst>
          </p:cNvPr>
          <p:cNvSpPr txBox="1"/>
          <p:nvPr/>
        </p:nvSpPr>
        <p:spPr>
          <a:xfrm>
            <a:off x="6653719" y="1518474"/>
            <a:ext cx="5169600" cy="1862048"/>
          </a:xfrm>
          <a:prstGeom prst="rect">
            <a:avLst/>
          </a:prstGeom>
          <a:noFill/>
          <a:ln>
            <a:noFill/>
          </a:ln>
        </p:spPr>
        <p:txBody>
          <a:bodyPr wrap="square" rtlCol="0">
            <a:spAutoFit/>
          </a:bodyPr>
          <a:lstStyle/>
          <a:p>
            <a:pPr algn="r"/>
            <a:r>
              <a:rPr lang="en-US" altLang="zh-CN" sz="11500" dirty="0">
                <a:gradFill>
                  <a:gsLst>
                    <a:gs pos="1000">
                      <a:schemeClr val="bg1">
                        <a:alpha val="20000"/>
                      </a:schemeClr>
                    </a:gs>
                    <a:gs pos="80000">
                      <a:schemeClr val="bg1">
                        <a:alpha val="0"/>
                      </a:schemeClr>
                    </a:gs>
                  </a:gsLst>
                  <a:lin ang="5400000" scaled="0"/>
                </a:gradFill>
                <a:latin typeface="思源宋体 CN Heavy" panose="02020900000000000000" pitchFamily="18" charset="-122"/>
                <a:ea typeface="思源宋体 CN Heavy" panose="02020900000000000000" pitchFamily="18" charset="-122"/>
                <a:cs typeface="+mn-ea"/>
                <a:sym typeface="+mn-lt"/>
              </a:rPr>
              <a:t>202X</a:t>
            </a:r>
          </a:p>
        </p:txBody>
      </p:sp>
      <p:sp>
        <p:nvSpPr>
          <p:cNvPr id="28" name="矩形: 圆角 17">
            <a:extLst>
              <a:ext uri="{FF2B5EF4-FFF2-40B4-BE49-F238E27FC236}">
                <a16:creationId xmlns:a16="http://schemas.microsoft.com/office/drawing/2014/main" id="{39140413-759A-94CE-47DA-0B453780084F}"/>
              </a:ext>
            </a:extLst>
          </p:cNvPr>
          <p:cNvSpPr/>
          <p:nvPr/>
        </p:nvSpPr>
        <p:spPr>
          <a:xfrm>
            <a:off x="8663819" y="5639808"/>
            <a:ext cx="1352717" cy="396431"/>
          </a:xfrm>
          <a:prstGeom prst="roundRect">
            <a:avLst>
              <a:gd name="adj" fmla="val 50000"/>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50" dirty="0">
                <a:latin typeface="思源黑体 CN Light" panose="020B0300000000000000" pitchFamily="34" charset="-122"/>
                <a:ea typeface="思源黑体 CN Light" panose="020B0300000000000000" pitchFamily="34" charset="-122"/>
                <a:cs typeface="+mn-ea"/>
                <a:sym typeface="+mn-lt"/>
              </a:rPr>
              <a:t>汇报人：第一</a:t>
            </a:r>
            <a:r>
              <a:rPr lang="en-US" altLang="zh-CN" sz="1050" dirty="0">
                <a:latin typeface="思源黑体 CN Light" panose="020B0300000000000000" pitchFamily="34" charset="-122"/>
                <a:ea typeface="思源黑体 CN Light" panose="020B0300000000000000" pitchFamily="34" charset="-122"/>
                <a:cs typeface="+mn-ea"/>
                <a:sym typeface="+mn-lt"/>
              </a:rPr>
              <a:t>PPT</a:t>
            </a:r>
            <a:endParaRPr lang="zh-CN" altLang="en-US" sz="1050" dirty="0">
              <a:latin typeface="思源黑体 CN Light" panose="020B0300000000000000" pitchFamily="34" charset="-122"/>
              <a:ea typeface="思源黑体 CN Light" panose="020B0300000000000000" pitchFamily="34" charset="-122"/>
              <a:cs typeface="+mn-ea"/>
              <a:sym typeface="+mn-lt"/>
            </a:endParaRPr>
          </a:p>
        </p:txBody>
      </p:sp>
      <p:sp>
        <p:nvSpPr>
          <p:cNvPr id="29" name="矩形: 圆角 18">
            <a:extLst>
              <a:ext uri="{FF2B5EF4-FFF2-40B4-BE49-F238E27FC236}">
                <a16:creationId xmlns:a16="http://schemas.microsoft.com/office/drawing/2014/main" id="{18E4BC1C-6640-4440-ECA6-D3D257FD837E}"/>
              </a:ext>
            </a:extLst>
          </p:cNvPr>
          <p:cNvSpPr/>
          <p:nvPr/>
        </p:nvSpPr>
        <p:spPr>
          <a:xfrm>
            <a:off x="10412237" y="5639808"/>
            <a:ext cx="1352717" cy="396431"/>
          </a:xfrm>
          <a:prstGeom prst="roundRect">
            <a:avLst>
              <a:gd name="adj" fmla="val 50000"/>
            </a:avLst>
          </a:prstGeom>
          <a:no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bg1"/>
                </a:solidFill>
                <a:latin typeface="思源黑体 CN Light" panose="020B0300000000000000" pitchFamily="34" charset="-122"/>
                <a:ea typeface="思源黑体 CN Light" panose="020B0300000000000000" pitchFamily="34" charset="-122"/>
                <a:cs typeface="+mn-ea"/>
                <a:sym typeface="+mn-lt"/>
              </a:rPr>
              <a:t>时间：</a:t>
            </a:r>
            <a:r>
              <a:rPr lang="en-US" altLang="zh-CN" sz="1050" dirty="0">
                <a:solidFill>
                  <a:schemeClr val="bg1"/>
                </a:solidFill>
                <a:latin typeface="思源黑体 CN Light" panose="020B0300000000000000" pitchFamily="34" charset="-122"/>
                <a:ea typeface="思源黑体 CN Light" panose="020B0300000000000000" pitchFamily="34" charset="-122"/>
                <a:cs typeface="+mn-ea"/>
                <a:sym typeface="+mn-lt"/>
              </a:rPr>
              <a:t>202X.X</a:t>
            </a:r>
            <a:endParaRPr lang="zh-CN" altLang="en-US" sz="1050" dirty="0">
              <a:solidFill>
                <a:schemeClr val="bg1"/>
              </a:solidFill>
              <a:latin typeface="思源黑体 CN Light" panose="020B0300000000000000" pitchFamily="34" charset="-122"/>
              <a:ea typeface="思源黑体 CN Light" panose="020B0300000000000000" pitchFamily="34" charset="-122"/>
              <a:cs typeface="+mn-ea"/>
              <a:sym typeface="+mn-lt"/>
            </a:endParaRPr>
          </a:p>
        </p:txBody>
      </p:sp>
      <p:sp>
        <p:nvSpPr>
          <p:cNvPr id="30" name="文本框 29">
            <a:extLst>
              <a:ext uri="{FF2B5EF4-FFF2-40B4-BE49-F238E27FC236}">
                <a16:creationId xmlns:a16="http://schemas.microsoft.com/office/drawing/2014/main" id="{EF68C8AE-EBB7-AEEB-DB10-82633FBC58D4}"/>
              </a:ext>
            </a:extLst>
          </p:cNvPr>
          <p:cNvSpPr txBox="1"/>
          <p:nvPr/>
        </p:nvSpPr>
        <p:spPr>
          <a:xfrm>
            <a:off x="7547887" y="2574802"/>
            <a:ext cx="4275432" cy="646331"/>
          </a:xfrm>
          <a:prstGeom prst="rect">
            <a:avLst/>
          </a:prstGeom>
          <a:noFill/>
          <a:ln>
            <a:noFill/>
          </a:ln>
        </p:spPr>
        <p:txBody>
          <a:bodyPr wrap="square" rtlCol="0">
            <a:spAutoFit/>
          </a:bodyPr>
          <a:lstStyle/>
          <a:p>
            <a:pPr algn="r"/>
            <a:r>
              <a:rPr lang="en-US" altLang="zh-CN" sz="3600" dirty="0">
                <a:solidFill>
                  <a:schemeClr val="bg1"/>
                </a:solidFill>
                <a:latin typeface="思源宋体 CN Heavy" panose="02020900000000000000" pitchFamily="18" charset="-122"/>
                <a:ea typeface="思源宋体 CN Heavy" panose="02020900000000000000" pitchFamily="18" charset="-122"/>
                <a:cs typeface="+mn-ea"/>
                <a:sym typeface="+mn-lt"/>
              </a:rPr>
              <a:t>BUSNIESS PLAN</a:t>
            </a:r>
          </a:p>
        </p:txBody>
      </p:sp>
      <p:sp>
        <p:nvSpPr>
          <p:cNvPr id="32" name="任意多边形: 形状 13">
            <a:extLst>
              <a:ext uri="{FF2B5EF4-FFF2-40B4-BE49-F238E27FC236}">
                <a16:creationId xmlns:a16="http://schemas.microsoft.com/office/drawing/2014/main" id="{AF893394-6E65-4052-810E-7932595FEC6B}"/>
              </a:ext>
            </a:extLst>
          </p:cNvPr>
          <p:cNvSpPr/>
          <p:nvPr/>
        </p:nvSpPr>
        <p:spPr>
          <a:xfrm>
            <a:off x="3663386" y="5059096"/>
            <a:ext cx="1407268" cy="1168748"/>
          </a:xfrm>
          <a:custGeom>
            <a:avLst/>
            <a:gdLst>
              <a:gd name="connsiteX0" fmla="*/ 10780 w 2544169"/>
              <a:gd name="connsiteY0" fmla="*/ 2107923 h 2112953"/>
              <a:gd name="connsiteX1" fmla="*/ 10780 w 2544169"/>
              <a:gd name="connsiteY1" fmla="*/ 1527220 h 2112953"/>
              <a:gd name="connsiteX2" fmla="*/ 121459 w 2544169"/>
              <a:gd name="connsiteY2" fmla="*/ 778343 h 2112953"/>
              <a:gd name="connsiteX3" fmla="*/ 498053 w 2544169"/>
              <a:gd name="connsiteY3" fmla="*/ 282446 h 2112953"/>
              <a:gd name="connsiteX4" fmla="*/ 1094568 w 2544169"/>
              <a:gd name="connsiteY4" fmla="*/ 10780 h 2112953"/>
              <a:gd name="connsiteX5" fmla="*/ 1094568 w 2544169"/>
              <a:gd name="connsiteY5" fmla="*/ 475055 h 2112953"/>
              <a:gd name="connsiteX6" fmla="*/ 827214 w 2544169"/>
              <a:gd name="connsiteY6" fmla="*/ 838713 h 2112953"/>
              <a:gd name="connsiteX7" fmla="*/ 1094568 w 2544169"/>
              <a:gd name="connsiteY7" fmla="*/ 838713 h 2112953"/>
              <a:gd name="connsiteX8" fmla="*/ 1094568 w 2544169"/>
              <a:gd name="connsiteY8" fmla="*/ 2106486 h 2112953"/>
              <a:gd name="connsiteX9" fmla="*/ 10780 w 2544169"/>
              <a:gd name="connsiteY9" fmla="*/ 2106486 h 2112953"/>
              <a:gd name="connsiteX10" fmla="*/ 1459663 w 2544169"/>
              <a:gd name="connsiteY10" fmla="*/ 2107923 h 2112953"/>
              <a:gd name="connsiteX11" fmla="*/ 1459663 w 2544169"/>
              <a:gd name="connsiteY11" fmla="*/ 1527220 h 2112953"/>
              <a:gd name="connsiteX12" fmla="*/ 1570342 w 2544169"/>
              <a:gd name="connsiteY12" fmla="*/ 778343 h 2112953"/>
              <a:gd name="connsiteX13" fmla="*/ 1944061 w 2544169"/>
              <a:gd name="connsiteY13" fmla="*/ 282446 h 2112953"/>
              <a:gd name="connsiteX14" fmla="*/ 2543450 w 2544169"/>
              <a:gd name="connsiteY14" fmla="*/ 10780 h 2112953"/>
              <a:gd name="connsiteX15" fmla="*/ 2543450 w 2544169"/>
              <a:gd name="connsiteY15" fmla="*/ 475055 h 2112953"/>
              <a:gd name="connsiteX16" fmla="*/ 2276097 w 2544169"/>
              <a:gd name="connsiteY16" fmla="*/ 838713 h 2112953"/>
              <a:gd name="connsiteX17" fmla="*/ 2543450 w 2544169"/>
              <a:gd name="connsiteY17" fmla="*/ 838713 h 2112953"/>
              <a:gd name="connsiteX18" fmla="*/ 2543450 w 2544169"/>
              <a:gd name="connsiteY18" fmla="*/ 2106486 h 2112953"/>
              <a:gd name="connsiteX19" fmla="*/ 1459663 w 2544169"/>
              <a:gd name="connsiteY19" fmla="*/ 2106486 h 2112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44169" h="2112953">
                <a:moveTo>
                  <a:pt x="10780" y="2107923"/>
                </a:moveTo>
                <a:lnTo>
                  <a:pt x="10780" y="1527220"/>
                </a:lnTo>
                <a:cubicBezTo>
                  <a:pt x="10780" y="1222495"/>
                  <a:pt x="46715" y="973827"/>
                  <a:pt x="121459" y="778343"/>
                </a:cubicBezTo>
                <a:cubicBezTo>
                  <a:pt x="194765" y="584296"/>
                  <a:pt x="319818" y="417560"/>
                  <a:pt x="498053" y="282446"/>
                </a:cubicBezTo>
                <a:cubicBezTo>
                  <a:pt x="674852" y="147332"/>
                  <a:pt x="873211" y="56777"/>
                  <a:pt x="1094568" y="10780"/>
                </a:cubicBezTo>
                <a:lnTo>
                  <a:pt x="1094568" y="475055"/>
                </a:lnTo>
                <a:cubicBezTo>
                  <a:pt x="936455" y="565610"/>
                  <a:pt x="847338" y="687788"/>
                  <a:pt x="827214" y="838713"/>
                </a:cubicBezTo>
                <a:lnTo>
                  <a:pt x="1094568" y="838713"/>
                </a:lnTo>
                <a:lnTo>
                  <a:pt x="1094568" y="2106486"/>
                </a:lnTo>
                <a:lnTo>
                  <a:pt x="10780" y="2106486"/>
                </a:lnTo>
                <a:close/>
                <a:moveTo>
                  <a:pt x="1459663" y="2107923"/>
                </a:moveTo>
                <a:lnTo>
                  <a:pt x="1459663" y="1527220"/>
                </a:lnTo>
                <a:cubicBezTo>
                  <a:pt x="1459663" y="1222495"/>
                  <a:pt x="1495598" y="973827"/>
                  <a:pt x="1570342" y="778343"/>
                </a:cubicBezTo>
                <a:cubicBezTo>
                  <a:pt x="1643648" y="584296"/>
                  <a:pt x="1768701" y="417560"/>
                  <a:pt x="1944061" y="282446"/>
                </a:cubicBezTo>
                <a:cubicBezTo>
                  <a:pt x="2119422" y="147332"/>
                  <a:pt x="2319219" y="56777"/>
                  <a:pt x="2543450" y="10780"/>
                </a:cubicBezTo>
                <a:lnTo>
                  <a:pt x="2543450" y="475055"/>
                </a:lnTo>
                <a:cubicBezTo>
                  <a:pt x="2385338" y="565610"/>
                  <a:pt x="2296220" y="687788"/>
                  <a:pt x="2276097" y="838713"/>
                </a:cubicBezTo>
                <a:lnTo>
                  <a:pt x="2543450" y="838713"/>
                </a:lnTo>
                <a:lnTo>
                  <a:pt x="2543450" y="2106486"/>
                </a:lnTo>
                <a:lnTo>
                  <a:pt x="1459663" y="2106486"/>
                </a:lnTo>
                <a:close/>
              </a:path>
            </a:pathLst>
          </a:custGeom>
          <a:solidFill>
            <a:schemeClr val="accent1">
              <a:alpha val="31000"/>
            </a:schemeClr>
          </a:solidFill>
          <a:ln w="9525" cap="flat">
            <a:noFill/>
            <a:prstDash val="solid"/>
            <a:miter/>
          </a:ln>
        </p:spPr>
        <p:txBody>
          <a:bodyPr rtlCol="0" anchor="ctr"/>
          <a:lstStyle/>
          <a:p>
            <a:endParaRPr lang="zh-CN" altLang="en-US"/>
          </a:p>
        </p:txBody>
      </p:sp>
      <p:grpSp>
        <p:nvGrpSpPr>
          <p:cNvPr id="37" name="组合 36"/>
          <p:cNvGrpSpPr/>
          <p:nvPr/>
        </p:nvGrpSpPr>
        <p:grpSpPr>
          <a:xfrm>
            <a:off x="372082" y="6338140"/>
            <a:ext cx="1048158" cy="181243"/>
            <a:chOff x="2315182" y="-3073940"/>
            <a:chExt cx="2681596" cy="463690"/>
          </a:xfrm>
          <a:solidFill>
            <a:schemeClr val="bg1"/>
          </a:solidFill>
        </p:grpSpPr>
        <p:sp>
          <p:nvSpPr>
            <p:cNvPr id="33" name="椭圆 32"/>
            <p:cNvSpPr/>
            <p:nvPr/>
          </p:nvSpPr>
          <p:spPr>
            <a:xfrm>
              <a:off x="2315182" y="-3073940"/>
              <a:ext cx="463690" cy="46369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3054484" y="-3073940"/>
              <a:ext cx="463690" cy="4636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793786" y="-3073940"/>
              <a:ext cx="463690" cy="46369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4533088" y="-3073940"/>
              <a:ext cx="463690" cy="4636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042834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1000"/>
                                        <p:tgtEl>
                                          <p:spTgt spid="29"/>
                                        </p:tgtEl>
                                      </p:cBhvr>
                                    </p:animEffect>
                                    <p:anim calcmode="lin" valueType="num">
                                      <p:cBhvr>
                                        <p:cTn id="19" dur="1000" fill="hold"/>
                                        <p:tgtEl>
                                          <p:spTgt spid="29"/>
                                        </p:tgtEl>
                                        <p:attrNameLst>
                                          <p:attrName>ppt_x</p:attrName>
                                        </p:attrNameLst>
                                      </p:cBhvr>
                                      <p:tavLst>
                                        <p:tav tm="0">
                                          <p:val>
                                            <p:strVal val="#ppt_x"/>
                                          </p:val>
                                        </p:tav>
                                        <p:tav tm="100000">
                                          <p:val>
                                            <p:strVal val="#ppt_x"/>
                                          </p:val>
                                        </p:tav>
                                      </p:tavLst>
                                    </p:anim>
                                    <p:anim calcmode="lin" valueType="num">
                                      <p:cBhvr>
                                        <p:cTn id="20" dur="1000" fill="hold"/>
                                        <p:tgtEl>
                                          <p:spTgt spid="2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000"/>
                                        <p:tgtEl>
                                          <p:spTgt spid="28"/>
                                        </p:tgtEl>
                                      </p:cBhvr>
                                    </p:animEffect>
                                    <p:anim calcmode="lin" valueType="num">
                                      <p:cBhvr>
                                        <p:cTn id="24" dur="1000" fill="hold"/>
                                        <p:tgtEl>
                                          <p:spTgt spid="28"/>
                                        </p:tgtEl>
                                        <p:attrNameLst>
                                          <p:attrName>ppt_x</p:attrName>
                                        </p:attrNameLst>
                                      </p:cBhvr>
                                      <p:tavLst>
                                        <p:tav tm="0">
                                          <p:val>
                                            <p:strVal val="#ppt_x"/>
                                          </p:val>
                                        </p:tav>
                                        <p:tav tm="100000">
                                          <p:val>
                                            <p:strVal val="#ppt_x"/>
                                          </p:val>
                                        </p:tav>
                                      </p:tavLst>
                                    </p:anim>
                                    <p:anim calcmode="lin" valueType="num">
                                      <p:cBhvr>
                                        <p:cTn id="25" dur="1000" fill="hold"/>
                                        <p:tgtEl>
                                          <p:spTgt spid="28"/>
                                        </p:tgtEl>
                                        <p:attrNameLst>
                                          <p:attrName>ppt_y</p:attrName>
                                        </p:attrNameLst>
                                      </p:cBhvr>
                                      <p:tavLst>
                                        <p:tav tm="0">
                                          <p:val>
                                            <p:strVal val="#ppt_y+.1"/>
                                          </p:val>
                                        </p:tav>
                                        <p:tav tm="100000">
                                          <p:val>
                                            <p:strVal val="#ppt_y"/>
                                          </p:val>
                                        </p:tav>
                                      </p:tavLst>
                                    </p:anim>
                                  </p:childTnLst>
                                </p:cTn>
                              </p:par>
                              <p:par>
                                <p:cTn id="26" presetID="22" presetClass="entr" presetSubtype="8"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animBg="1"/>
      <p:bldP spid="29" grpId="0" animBg="1"/>
      <p:bldP spid="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
            <a:ext cx="12192000" cy="1823786"/>
            <a:chOff x="0" y="1"/>
            <a:chExt cx="12192000" cy="2476500"/>
          </a:xfrm>
        </p:grpSpPr>
        <p:sp>
          <p:nvSpPr>
            <p:cNvPr id="6" name="iŝlîḑê">
              <a:extLst>
                <a:ext uri="{FF2B5EF4-FFF2-40B4-BE49-F238E27FC236}">
                  <a16:creationId xmlns:a16="http://schemas.microsoft.com/office/drawing/2014/main" id="{1FD75E28-F722-4AC4-B2BA-D58B2ABB2018}"/>
                </a:ext>
              </a:extLst>
            </p:cNvPr>
            <p:cNvSpPr/>
            <p:nvPr/>
          </p:nvSpPr>
          <p:spPr bwMode="auto">
            <a:xfrm flipH="1">
              <a:off x="3943" y="1"/>
              <a:ext cx="12188057" cy="2476500"/>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 name="îṧľîḍê">
              <a:extLst>
                <a:ext uri="{FF2B5EF4-FFF2-40B4-BE49-F238E27FC236}">
                  <a16:creationId xmlns:a16="http://schemas.microsoft.com/office/drawing/2014/main" id="{4DE86E1F-B056-462E-96FB-687E2136BA78}"/>
                </a:ext>
              </a:extLst>
            </p:cNvPr>
            <p:cNvSpPr/>
            <p:nvPr/>
          </p:nvSpPr>
          <p:spPr bwMode="auto">
            <a:xfrm flipH="1">
              <a:off x="0" y="1"/>
              <a:ext cx="12192000" cy="2044810"/>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2"/>
            </a:solid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en-US" sz="2800" b="1">
                <a:solidFill>
                  <a:schemeClr val="lt1"/>
                </a:solidFill>
              </a:endParaRPr>
            </a:p>
          </p:txBody>
        </p:sp>
      </p:grpSp>
      <p:grpSp>
        <p:nvGrpSpPr>
          <p:cNvPr id="4" name="ïSľíḓé">
            <a:extLst>
              <a:ext uri="{FF2B5EF4-FFF2-40B4-BE49-F238E27FC236}">
                <a16:creationId xmlns:a16="http://schemas.microsoft.com/office/drawing/2014/main" id="{0958B2C3-486D-CE52-3390-D78746C2DFF0}"/>
              </a:ext>
            </a:extLst>
          </p:cNvPr>
          <p:cNvGrpSpPr/>
          <p:nvPr/>
        </p:nvGrpSpPr>
        <p:grpSpPr>
          <a:xfrm>
            <a:off x="780654" y="1038229"/>
            <a:ext cx="10703717" cy="5248271"/>
            <a:chOff x="762000" y="987429"/>
            <a:chExt cx="10703717" cy="5248271"/>
          </a:xfrm>
        </p:grpSpPr>
        <p:sp>
          <p:nvSpPr>
            <p:cNvPr id="5" name="îṣľíḍê">
              <a:extLst>
                <a:ext uri="{FF2B5EF4-FFF2-40B4-BE49-F238E27FC236}">
                  <a16:creationId xmlns:a16="http://schemas.microsoft.com/office/drawing/2014/main" id="{631124D9-8262-7738-F7CD-DDA72BCD4B02}"/>
                </a:ext>
              </a:extLst>
            </p:cNvPr>
            <p:cNvSpPr txBox="1"/>
            <p:nvPr/>
          </p:nvSpPr>
          <p:spPr>
            <a:xfrm>
              <a:off x="762000" y="987429"/>
              <a:ext cx="4718686" cy="1015663"/>
            </a:xfrm>
            <a:prstGeom prst="rect">
              <a:avLst/>
            </a:prstGeom>
            <a:noFill/>
          </p:spPr>
          <p:txBody>
            <a:bodyPr wrap="square">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kumimoji="0" lang="en-US" altLang="zh-CN" sz="6000" b="1"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rPr>
                <a:t>CONTENTS</a:t>
              </a:r>
            </a:p>
          </p:txBody>
        </p:sp>
        <p:grpSp>
          <p:nvGrpSpPr>
            <p:cNvPr id="8" name="işḷîḑê">
              <a:extLst>
                <a:ext uri="{FF2B5EF4-FFF2-40B4-BE49-F238E27FC236}">
                  <a16:creationId xmlns:a16="http://schemas.microsoft.com/office/drawing/2014/main" id="{ED5FAA3E-90FA-6F49-C0EF-DC8501F012A6}"/>
                </a:ext>
              </a:extLst>
            </p:cNvPr>
            <p:cNvGrpSpPr/>
            <p:nvPr/>
          </p:nvGrpSpPr>
          <p:grpSpPr>
            <a:xfrm>
              <a:off x="895230" y="2181153"/>
              <a:ext cx="10570487" cy="930279"/>
              <a:chOff x="895230" y="2405646"/>
              <a:chExt cx="10570487" cy="930279"/>
            </a:xfrm>
          </p:grpSpPr>
          <p:sp>
            <p:nvSpPr>
              <p:cNvPr id="27" name="îṣ1ïdé">
                <a:extLst>
                  <a:ext uri="{FF2B5EF4-FFF2-40B4-BE49-F238E27FC236}">
                    <a16:creationId xmlns:a16="http://schemas.microsoft.com/office/drawing/2014/main" id="{45F82DFF-6FA5-2CEE-285E-C0CDAF3AA162}"/>
                  </a:ext>
                </a:extLst>
              </p:cNvPr>
              <p:cNvSpPr txBox="1"/>
              <p:nvPr/>
            </p:nvSpPr>
            <p:spPr>
              <a:xfrm>
                <a:off x="895230" y="2590556"/>
                <a:ext cx="3092569"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3200" b="0" dirty="0">
                    <a:solidFill>
                      <a:schemeClr val="tx1">
                        <a:lumMod val="75000"/>
                        <a:lumOff val="25000"/>
                      </a:schemeClr>
                    </a:solidFill>
                    <a:latin typeface="思源宋体 CN Heavy" panose="02020900000000000000" pitchFamily="18" charset="-122"/>
                    <a:ea typeface="思源宋体 CN Heavy" panose="02020900000000000000" pitchFamily="18" charset="-122"/>
                  </a:rPr>
                  <a:t>项目情况介绍</a:t>
                </a:r>
              </a:p>
            </p:txBody>
          </p:sp>
          <p:grpSp>
            <p:nvGrpSpPr>
              <p:cNvPr id="28" name="îšḷîďe">
                <a:extLst>
                  <a:ext uri="{FF2B5EF4-FFF2-40B4-BE49-F238E27FC236}">
                    <a16:creationId xmlns:a16="http://schemas.microsoft.com/office/drawing/2014/main" id="{8A4404F8-AFB0-C0C2-8263-140AC53FA1EA}"/>
                  </a:ext>
                </a:extLst>
              </p:cNvPr>
              <p:cNvGrpSpPr/>
              <p:nvPr/>
            </p:nvGrpSpPr>
            <p:grpSpPr>
              <a:xfrm>
                <a:off x="895231" y="2405646"/>
                <a:ext cx="10570486" cy="930279"/>
                <a:chOff x="2651460" y="2040674"/>
                <a:chExt cx="10570486" cy="930279"/>
              </a:xfrm>
            </p:grpSpPr>
            <p:sp>
              <p:nvSpPr>
                <p:cNvPr id="29" name="iš1ïḓè">
                  <a:extLst>
                    <a:ext uri="{FF2B5EF4-FFF2-40B4-BE49-F238E27FC236}">
                      <a16:creationId xmlns:a16="http://schemas.microsoft.com/office/drawing/2014/main" id="{F604AB6D-B236-F181-C425-856B6DD62D68}"/>
                    </a:ext>
                  </a:extLst>
                </p:cNvPr>
                <p:cNvSpPr/>
                <p:nvPr/>
              </p:nvSpPr>
              <p:spPr>
                <a:xfrm>
                  <a:off x="6064318" y="2287138"/>
                  <a:ext cx="5518340" cy="439992"/>
                </a:xfrm>
                <a:prstGeom prst="rect">
                  <a:avLst/>
                </a:prstGeom>
              </p:spPr>
              <p:txBody>
                <a:bodyPr wrap="square" anchor="t" anchorCtr="0">
                  <a:spAutoFit/>
                </a:bodyPr>
                <a:lstStyle/>
                <a:p>
                  <a:pPr>
                    <a:lnSpc>
                      <a:spcPct val="150000"/>
                    </a:lnSpc>
                  </a:pPr>
                  <a:r>
                    <a:rPr lang="en-US" altLang="zh-CN" sz="800" dirty="0">
                      <a:solidFill>
                        <a:schemeClr val="tx1">
                          <a:lumMod val="50000"/>
                          <a:lumOff val="50000"/>
                        </a:schemeClr>
                      </a:solidFill>
                    </a:rPr>
                    <a:t>Theme  color makes PPT more convenient to </a:t>
                  </a:r>
                  <a:r>
                    <a:rPr lang="en-US" altLang="zh-CN" sz="800" dirty="0" err="1">
                      <a:solidFill>
                        <a:schemeClr val="tx1">
                          <a:lumMod val="50000"/>
                          <a:lumOff val="50000"/>
                        </a:schemeClr>
                      </a:solidFill>
                    </a:rPr>
                    <a:t>change.Adjust</a:t>
                  </a:r>
                  <a:r>
                    <a:rPr lang="en-US" altLang="zh-CN" sz="800" dirty="0">
                      <a:solidFill>
                        <a:schemeClr val="tx1">
                          <a:lumMod val="50000"/>
                          <a:lumOff val="50000"/>
                        </a:schemeClr>
                      </a:solidFill>
                    </a:rPr>
                    <a:t> the spacing to adapt to Chinese typesetting, use the reference line in PPT. </a:t>
                  </a:r>
                </a:p>
              </p:txBody>
            </p:sp>
            <p:sp>
              <p:nvSpPr>
                <p:cNvPr id="30" name="ïṡḻíḓê">
                  <a:extLst>
                    <a:ext uri="{FF2B5EF4-FFF2-40B4-BE49-F238E27FC236}">
                      <a16:creationId xmlns:a16="http://schemas.microsoft.com/office/drawing/2014/main" id="{C06EBB5E-A320-EB0C-10BB-8F1C85DF6B00}"/>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accent1"/>
                      </a:solidFill>
                      <a:effectLst/>
                      <a:latin typeface="思源宋体 CN Heavy" panose="02020900000000000000" pitchFamily="18" charset="-122"/>
                      <a:ea typeface="思源宋体 CN Heavy" panose="02020900000000000000" pitchFamily="18" charset="-122"/>
                    </a:rPr>
                    <a:t>01</a:t>
                  </a:r>
                </a:p>
              </p:txBody>
            </p:sp>
            <p:cxnSp>
              <p:nvCxnSpPr>
                <p:cNvPr id="31" name="í$ḷïďe">
                  <a:extLst>
                    <a:ext uri="{FF2B5EF4-FFF2-40B4-BE49-F238E27FC236}">
                      <a16:creationId xmlns:a16="http://schemas.microsoft.com/office/drawing/2014/main" id="{2D35F5E6-D39A-137D-0AA9-3886B8D88A1D}"/>
                    </a:ext>
                  </a:extLst>
                </p:cNvPr>
                <p:cNvCxnSpPr>
                  <a:cxnSpLocks/>
                </p:cNvCxnSpPr>
                <p:nvPr/>
              </p:nvCxnSpPr>
              <p:spPr>
                <a:xfrm>
                  <a:off x="2651460" y="2040674"/>
                  <a:ext cx="10396883"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grpSp>
          <p:nvGrpSpPr>
            <p:cNvPr id="9" name="íslïḑê">
              <a:extLst>
                <a:ext uri="{FF2B5EF4-FFF2-40B4-BE49-F238E27FC236}">
                  <a16:creationId xmlns:a16="http://schemas.microsoft.com/office/drawing/2014/main" id="{6FB202C1-2682-B5EF-423D-6D40336BA134}"/>
                </a:ext>
              </a:extLst>
            </p:cNvPr>
            <p:cNvGrpSpPr/>
            <p:nvPr/>
          </p:nvGrpSpPr>
          <p:grpSpPr>
            <a:xfrm>
              <a:off x="895231" y="3222576"/>
              <a:ext cx="10570486" cy="930279"/>
              <a:chOff x="895231" y="2405646"/>
              <a:chExt cx="10570486" cy="930279"/>
            </a:xfrm>
          </p:grpSpPr>
          <p:sp>
            <p:nvSpPr>
              <p:cNvPr id="22" name="isḻîḓê">
                <a:extLst>
                  <a:ext uri="{FF2B5EF4-FFF2-40B4-BE49-F238E27FC236}">
                    <a16:creationId xmlns:a16="http://schemas.microsoft.com/office/drawing/2014/main" id="{7B3ADB76-D9B0-B44C-7128-7AC424BCB8AC}"/>
                  </a:ext>
                </a:extLst>
              </p:cNvPr>
              <p:cNvSpPr txBox="1"/>
              <p:nvPr/>
            </p:nvSpPr>
            <p:spPr>
              <a:xfrm>
                <a:off x="895231" y="2590556"/>
                <a:ext cx="3092568"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3200" b="0" dirty="0">
                    <a:solidFill>
                      <a:schemeClr val="tx1">
                        <a:lumMod val="75000"/>
                        <a:lumOff val="25000"/>
                      </a:schemeClr>
                    </a:solidFill>
                    <a:latin typeface="思源宋体 CN Heavy" panose="02020900000000000000" pitchFamily="18" charset="-122"/>
                    <a:ea typeface="思源宋体 CN Heavy" panose="02020900000000000000" pitchFamily="18" charset="-122"/>
                  </a:rPr>
                  <a:t>产品投放分析</a:t>
                </a:r>
              </a:p>
            </p:txBody>
          </p:sp>
          <p:grpSp>
            <p:nvGrpSpPr>
              <p:cNvPr id="23" name="ïSḷíḍé">
                <a:extLst>
                  <a:ext uri="{FF2B5EF4-FFF2-40B4-BE49-F238E27FC236}">
                    <a16:creationId xmlns:a16="http://schemas.microsoft.com/office/drawing/2014/main" id="{0683B565-C734-52BA-E973-BDB337C66E07}"/>
                  </a:ext>
                </a:extLst>
              </p:cNvPr>
              <p:cNvGrpSpPr/>
              <p:nvPr/>
            </p:nvGrpSpPr>
            <p:grpSpPr>
              <a:xfrm>
                <a:off x="895231" y="2405646"/>
                <a:ext cx="10570486" cy="930279"/>
                <a:chOff x="2651460" y="2040674"/>
                <a:chExt cx="10570486" cy="930279"/>
              </a:xfrm>
            </p:grpSpPr>
            <p:sp>
              <p:nvSpPr>
                <p:cNvPr id="24" name="ïṡ1íḓe">
                  <a:extLst>
                    <a:ext uri="{FF2B5EF4-FFF2-40B4-BE49-F238E27FC236}">
                      <a16:creationId xmlns:a16="http://schemas.microsoft.com/office/drawing/2014/main" id="{119EC4ED-DD40-0E7A-2933-97796C18C30D}"/>
                    </a:ext>
                  </a:extLst>
                </p:cNvPr>
                <p:cNvSpPr/>
                <p:nvPr/>
              </p:nvSpPr>
              <p:spPr>
                <a:xfrm>
                  <a:off x="6064318" y="2287138"/>
                  <a:ext cx="5518340" cy="439992"/>
                </a:xfrm>
                <a:prstGeom prst="rect">
                  <a:avLst/>
                </a:prstGeom>
              </p:spPr>
              <p:txBody>
                <a:bodyPr wrap="square" anchor="t" anchorCtr="0">
                  <a:spAutoFit/>
                </a:bodyPr>
                <a:lstStyle/>
                <a:p>
                  <a:pPr>
                    <a:lnSpc>
                      <a:spcPct val="150000"/>
                    </a:lnSpc>
                  </a:pPr>
                  <a:r>
                    <a:rPr lang="en-US" altLang="zh-CN" sz="800" dirty="0">
                      <a:solidFill>
                        <a:schemeClr val="tx1">
                          <a:lumMod val="50000"/>
                          <a:lumOff val="50000"/>
                        </a:schemeClr>
                      </a:solidFill>
                    </a:rPr>
                    <a:t>Theme  color makes PPT more convenient to </a:t>
                  </a:r>
                  <a:r>
                    <a:rPr lang="en-US" altLang="zh-CN" sz="800" dirty="0" err="1">
                      <a:solidFill>
                        <a:schemeClr val="tx1">
                          <a:lumMod val="50000"/>
                          <a:lumOff val="50000"/>
                        </a:schemeClr>
                      </a:solidFill>
                    </a:rPr>
                    <a:t>change.Adjust</a:t>
                  </a:r>
                  <a:r>
                    <a:rPr lang="en-US" altLang="zh-CN" sz="800" dirty="0">
                      <a:solidFill>
                        <a:schemeClr val="tx1">
                          <a:lumMod val="50000"/>
                          <a:lumOff val="50000"/>
                        </a:schemeClr>
                      </a:solidFill>
                    </a:rPr>
                    <a:t> the spacing to adapt to Chinese typesetting, use the reference line in PPT. </a:t>
                  </a:r>
                </a:p>
              </p:txBody>
            </p:sp>
            <p:sp>
              <p:nvSpPr>
                <p:cNvPr id="25" name="ïṡḻiḍê">
                  <a:extLst>
                    <a:ext uri="{FF2B5EF4-FFF2-40B4-BE49-F238E27FC236}">
                      <a16:creationId xmlns:a16="http://schemas.microsoft.com/office/drawing/2014/main" id="{DB1162A9-4137-C8ED-1238-1B5ED6113381}"/>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tx1">
                          <a:lumMod val="75000"/>
                          <a:lumOff val="25000"/>
                        </a:schemeClr>
                      </a:solidFill>
                      <a:effectLst/>
                      <a:latin typeface="思源宋体 CN Heavy" panose="02020900000000000000" pitchFamily="18" charset="-122"/>
                      <a:ea typeface="思源宋体 CN Heavy" panose="02020900000000000000" pitchFamily="18" charset="-122"/>
                    </a:rPr>
                    <a:t>02</a:t>
                  </a:r>
                </a:p>
              </p:txBody>
            </p:sp>
            <p:cxnSp>
              <p:nvCxnSpPr>
                <p:cNvPr id="26" name="iṣ1îḋê">
                  <a:extLst>
                    <a:ext uri="{FF2B5EF4-FFF2-40B4-BE49-F238E27FC236}">
                      <a16:creationId xmlns:a16="http://schemas.microsoft.com/office/drawing/2014/main" id="{9B73DF41-A538-D69B-D059-A05275AA239C}"/>
                    </a:ext>
                  </a:extLst>
                </p:cNvPr>
                <p:cNvCxnSpPr>
                  <a:cxnSpLocks/>
                </p:cNvCxnSpPr>
                <p:nvPr/>
              </p:nvCxnSpPr>
              <p:spPr>
                <a:xfrm>
                  <a:off x="2651460" y="2040674"/>
                  <a:ext cx="10396883"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10" name="ïsľiḑé">
              <a:extLst>
                <a:ext uri="{FF2B5EF4-FFF2-40B4-BE49-F238E27FC236}">
                  <a16:creationId xmlns:a16="http://schemas.microsoft.com/office/drawing/2014/main" id="{304F62BD-61EB-7916-E29F-ECC0377831BC}"/>
                </a:ext>
              </a:extLst>
            </p:cNvPr>
            <p:cNvGrpSpPr/>
            <p:nvPr/>
          </p:nvGrpSpPr>
          <p:grpSpPr>
            <a:xfrm>
              <a:off x="895230" y="4263999"/>
              <a:ext cx="10570487" cy="930279"/>
              <a:chOff x="895230" y="2405646"/>
              <a:chExt cx="10570487" cy="930279"/>
            </a:xfrm>
          </p:grpSpPr>
          <p:sp>
            <p:nvSpPr>
              <p:cNvPr id="17" name="ísļiḍé">
                <a:extLst>
                  <a:ext uri="{FF2B5EF4-FFF2-40B4-BE49-F238E27FC236}">
                    <a16:creationId xmlns:a16="http://schemas.microsoft.com/office/drawing/2014/main" id="{D2D40EFB-E2E9-9689-9B5A-E592D5CC3656}"/>
                  </a:ext>
                </a:extLst>
              </p:cNvPr>
              <p:cNvSpPr txBox="1"/>
              <p:nvPr/>
            </p:nvSpPr>
            <p:spPr>
              <a:xfrm>
                <a:off x="895230" y="2590556"/>
                <a:ext cx="3092567"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3200" b="0" dirty="0">
                    <a:solidFill>
                      <a:schemeClr val="tx1">
                        <a:lumMod val="75000"/>
                        <a:lumOff val="25000"/>
                      </a:schemeClr>
                    </a:solidFill>
                    <a:latin typeface="思源宋体 CN Heavy" panose="02020900000000000000" pitchFamily="18" charset="-122"/>
                    <a:ea typeface="思源宋体 CN Heavy" panose="02020900000000000000" pitchFamily="18" charset="-122"/>
                  </a:rPr>
                  <a:t>市场调查结果</a:t>
                </a:r>
              </a:p>
            </p:txBody>
          </p:sp>
          <p:grpSp>
            <p:nvGrpSpPr>
              <p:cNvPr id="18" name="i$ḷidè">
                <a:extLst>
                  <a:ext uri="{FF2B5EF4-FFF2-40B4-BE49-F238E27FC236}">
                    <a16:creationId xmlns:a16="http://schemas.microsoft.com/office/drawing/2014/main" id="{74F4F887-A41C-8387-D1A3-B0AC37668637}"/>
                  </a:ext>
                </a:extLst>
              </p:cNvPr>
              <p:cNvGrpSpPr/>
              <p:nvPr/>
            </p:nvGrpSpPr>
            <p:grpSpPr>
              <a:xfrm>
                <a:off x="895231" y="2405646"/>
                <a:ext cx="10570486" cy="930279"/>
                <a:chOff x="2651460" y="2040674"/>
                <a:chExt cx="10570486" cy="930279"/>
              </a:xfrm>
            </p:grpSpPr>
            <p:sp>
              <p:nvSpPr>
                <p:cNvPr id="19" name="işľiďe">
                  <a:extLst>
                    <a:ext uri="{FF2B5EF4-FFF2-40B4-BE49-F238E27FC236}">
                      <a16:creationId xmlns:a16="http://schemas.microsoft.com/office/drawing/2014/main" id="{FE921528-ECB1-F90A-021D-5653BBA05CB9}"/>
                    </a:ext>
                  </a:extLst>
                </p:cNvPr>
                <p:cNvSpPr/>
                <p:nvPr/>
              </p:nvSpPr>
              <p:spPr>
                <a:xfrm>
                  <a:off x="6064318" y="2287138"/>
                  <a:ext cx="5518340" cy="439992"/>
                </a:xfrm>
                <a:prstGeom prst="rect">
                  <a:avLst/>
                </a:prstGeom>
              </p:spPr>
              <p:txBody>
                <a:bodyPr wrap="square" anchor="t" anchorCtr="0">
                  <a:spAutoFit/>
                </a:bodyPr>
                <a:lstStyle/>
                <a:p>
                  <a:pPr>
                    <a:lnSpc>
                      <a:spcPct val="150000"/>
                    </a:lnSpc>
                  </a:pPr>
                  <a:r>
                    <a:rPr lang="en-US" altLang="zh-CN" sz="800" dirty="0">
                      <a:solidFill>
                        <a:schemeClr val="tx1">
                          <a:lumMod val="50000"/>
                          <a:lumOff val="50000"/>
                        </a:schemeClr>
                      </a:solidFill>
                    </a:rPr>
                    <a:t>Theme  color makes PPT more convenient to </a:t>
                  </a:r>
                  <a:r>
                    <a:rPr lang="en-US" altLang="zh-CN" sz="800" dirty="0" err="1">
                      <a:solidFill>
                        <a:schemeClr val="tx1">
                          <a:lumMod val="50000"/>
                          <a:lumOff val="50000"/>
                        </a:schemeClr>
                      </a:solidFill>
                    </a:rPr>
                    <a:t>change.Adjust</a:t>
                  </a:r>
                  <a:r>
                    <a:rPr lang="en-US" altLang="zh-CN" sz="800" dirty="0">
                      <a:solidFill>
                        <a:schemeClr val="tx1">
                          <a:lumMod val="50000"/>
                          <a:lumOff val="50000"/>
                        </a:schemeClr>
                      </a:solidFill>
                    </a:rPr>
                    <a:t> the spacing to adapt to Chinese typesetting, use the reference line in PPT. </a:t>
                  </a:r>
                </a:p>
              </p:txBody>
            </p:sp>
            <p:sp>
              <p:nvSpPr>
                <p:cNvPr id="20" name="işḷiḑe">
                  <a:extLst>
                    <a:ext uri="{FF2B5EF4-FFF2-40B4-BE49-F238E27FC236}">
                      <a16:creationId xmlns:a16="http://schemas.microsoft.com/office/drawing/2014/main" id="{2F4101CD-487B-6037-11B1-0164DA0B9034}"/>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accent1"/>
                      </a:solidFill>
                      <a:effectLst/>
                      <a:latin typeface="思源宋体 CN Heavy" panose="02020900000000000000" pitchFamily="18" charset="-122"/>
                      <a:ea typeface="思源宋体 CN Heavy" panose="02020900000000000000" pitchFamily="18" charset="-122"/>
                    </a:rPr>
                    <a:t>03</a:t>
                  </a:r>
                </a:p>
              </p:txBody>
            </p:sp>
            <p:cxnSp>
              <p:nvCxnSpPr>
                <p:cNvPr id="21" name="îṡḷïḍe">
                  <a:extLst>
                    <a:ext uri="{FF2B5EF4-FFF2-40B4-BE49-F238E27FC236}">
                      <a16:creationId xmlns:a16="http://schemas.microsoft.com/office/drawing/2014/main" id="{540F838A-2DC0-6921-A335-F7B508542DBB}"/>
                    </a:ext>
                  </a:extLst>
                </p:cNvPr>
                <p:cNvCxnSpPr>
                  <a:cxnSpLocks/>
                </p:cNvCxnSpPr>
                <p:nvPr/>
              </p:nvCxnSpPr>
              <p:spPr>
                <a:xfrm>
                  <a:off x="2651460" y="2040674"/>
                  <a:ext cx="10396883"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grpSp>
          <p:nvGrpSpPr>
            <p:cNvPr id="11" name="iṧḷídé">
              <a:extLst>
                <a:ext uri="{FF2B5EF4-FFF2-40B4-BE49-F238E27FC236}">
                  <a16:creationId xmlns:a16="http://schemas.microsoft.com/office/drawing/2014/main" id="{B14422A0-3915-6CD6-FC73-301BE404CE15}"/>
                </a:ext>
              </a:extLst>
            </p:cNvPr>
            <p:cNvGrpSpPr/>
            <p:nvPr/>
          </p:nvGrpSpPr>
          <p:grpSpPr>
            <a:xfrm>
              <a:off x="895231" y="5305421"/>
              <a:ext cx="10570486" cy="930279"/>
              <a:chOff x="895231" y="2405646"/>
              <a:chExt cx="10570486" cy="930279"/>
            </a:xfrm>
          </p:grpSpPr>
          <p:sp>
            <p:nvSpPr>
              <p:cNvPr id="12" name="îš1ide">
                <a:extLst>
                  <a:ext uri="{FF2B5EF4-FFF2-40B4-BE49-F238E27FC236}">
                    <a16:creationId xmlns:a16="http://schemas.microsoft.com/office/drawing/2014/main" id="{F20FA29D-6E06-9F8E-8558-DA4CB787DE81}"/>
                  </a:ext>
                </a:extLst>
              </p:cNvPr>
              <p:cNvSpPr txBox="1"/>
              <p:nvPr/>
            </p:nvSpPr>
            <p:spPr>
              <a:xfrm>
                <a:off x="895231" y="2590556"/>
                <a:ext cx="3092566" cy="58477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3200" b="0" dirty="0">
                    <a:solidFill>
                      <a:schemeClr val="tx1">
                        <a:lumMod val="75000"/>
                        <a:lumOff val="25000"/>
                      </a:schemeClr>
                    </a:solidFill>
                    <a:latin typeface="思源宋体 CN Heavy" panose="02020900000000000000" pitchFamily="18" charset="-122"/>
                    <a:ea typeface="思源宋体 CN Heavy" panose="02020900000000000000" pitchFamily="18" charset="-122"/>
                  </a:rPr>
                  <a:t>未来发展预期</a:t>
                </a:r>
              </a:p>
            </p:txBody>
          </p:sp>
          <p:grpSp>
            <p:nvGrpSpPr>
              <p:cNvPr id="13" name="išļîḍè">
                <a:extLst>
                  <a:ext uri="{FF2B5EF4-FFF2-40B4-BE49-F238E27FC236}">
                    <a16:creationId xmlns:a16="http://schemas.microsoft.com/office/drawing/2014/main" id="{66A63272-D830-B330-29A9-5C2F61161EB9}"/>
                  </a:ext>
                </a:extLst>
              </p:cNvPr>
              <p:cNvGrpSpPr/>
              <p:nvPr/>
            </p:nvGrpSpPr>
            <p:grpSpPr>
              <a:xfrm>
                <a:off x="895231" y="2405646"/>
                <a:ext cx="10570486" cy="930279"/>
                <a:chOff x="2651460" y="2040674"/>
                <a:chExt cx="10570486" cy="930279"/>
              </a:xfrm>
            </p:grpSpPr>
            <p:sp>
              <p:nvSpPr>
                <p:cNvPr id="14" name="íṧlidé">
                  <a:extLst>
                    <a:ext uri="{FF2B5EF4-FFF2-40B4-BE49-F238E27FC236}">
                      <a16:creationId xmlns:a16="http://schemas.microsoft.com/office/drawing/2014/main" id="{C9A7248E-47D6-7819-85F6-1F3926093A54}"/>
                    </a:ext>
                  </a:extLst>
                </p:cNvPr>
                <p:cNvSpPr/>
                <p:nvPr/>
              </p:nvSpPr>
              <p:spPr>
                <a:xfrm>
                  <a:off x="6064318" y="2287138"/>
                  <a:ext cx="5518340" cy="439992"/>
                </a:xfrm>
                <a:prstGeom prst="rect">
                  <a:avLst/>
                </a:prstGeom>
              </p:spPr>
              <p:txBody>
                <a:bodyPr wrap="square" anchor="t" anchorCtr="0">
                  <a:spAutoFit/>
                </a:bodyPr>
                <a:lstStyle/>
                <a:p>
                  <a:pPr>
                    <a:lnSpc>
                      <a:spcPct val="150000"/>
                    </a:lnSpc>
                  </a:pPr>
                  <a:r>
                    <a:rPr lang="en-US" altLang="zh-CN" sz="800" dirty="0">
                      <a:solidFill>
                        <a:schemeClr val="tx1">
                          <a:lumMod val="50000"/>
                          <a:lumOff val="50000"/>
                        </a:schemeClr>
                      </a:solidFill>
                    </a:rPr>
                    <a:t>Theme  color makes PPT more convenient to </a:t>
                  </a:r>
                  <a:r>
                    <a:rPr lang="en-US" altLang="zh-CN" sz="800" dirty="0" err="1">
                      <a:solidFill>
                        <a:schemeClr val="tx1">
                          <a:lumMod val="50000"/>
                          <a:lumOff val="50000"/>
                        </a:schemeClr>
                      </a:solidFill>
                    </a:rPr>
                    <a:t>change.Adjust</a:t>
                  </a:r>
                  <a:r>
                    <a:rPr lang="en-US" altLang="zh-CN" sz="800" dirty="0">
                      <a:solidFill>
                        <a:schemeClr val="tx1">
                          <a:lumMod val="50000"/>
                          <a:lumOff val="50000"/>
                        </a:schemeClr>
                      </a:solidFill>
                    </a:rPr>
                    <a:t> the spacing to adapt to Chinese typesetting, use the reference line in PPT. </a:t>
                  </a:r>
                </a:p>
              </p:txBody>
            </p:sp>
            <p:sp>
              <p:nvSpPr>
                <p:cNvPr id="15" name="ïśļíḋê">
                  <a:extLst>
                    <a:ext uri="{FF2B5EF4-FFF2-40B4-BE49-F238E27FC236}">
                      <a16:creationId xmlns:a16="http://schemas.microsoft.com/office/drawing/2014/main" id="{485DA7EA-985C-09B9-959E-D9881A33761F}"/>
                    </a:ext>
                  </a:extLst>
                </p:cNvPr>
                <p:cNvSpPr txBox="1"/>
                <p:nvPr/>
              </p:nvSpPr>
              <p:spPr>
                <a:xfrm>
                  <a:off x="12290281" y="2139956"/>
                  <a:ext cx="931665" cy="830997"/>
                </a:xfrm>
                <a:prstGeom prst="rect">
                  <a:avLst/>
                </a:prstGeom>
                <a:noFill/>
                <a:effectLst/>
              </p:spPr>
              <p:txBody>
                <a:bodyPr wrap="none" rtlCol="0">
                  <a:spAutoFit/>
                </a:bodyPr>
                <a:lstStyle>
                  <a:defPPr>
                    <a:defRPr lang="zh-CN"/>
                  </a:defPPr>
                  <a:lvl1pPr>
                    <a:defRPr sz="3200" b="1">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sz="4800" b="0" dirty="0">
                      <a:solidFill>
                        <a:schemeClr val="tx1">
                          <a:lumMod val="75000"/>
                          <a:lumOff val="25000"/>
                        </a:schemeClr>
                      </a:solidFill>
                      <a:effectLst/>
                      <a:latin typeface="思源宋体 CN Heavy" panose="02020900000000000000" pitchFamily="18" charset="-122"/>
                      <a:ea typeface="思源宋体 CN Heavy" panose="02020900000000000000" pitchFamily="18" charset="-122"/>
                    </a:rPr>
                    <a:t>04</a:t>
                  </a:r>
                </a:p>
              </p:txBody>
            </p:sp>
            <p:cxnSp>
              <p:nvCxnSpPr>
                <p:cNvPr id="16" name="ïśḷîďe">
                  <a:extLst>
                    <a:ext uri="{FF2B5EF4-FFF2-40B4-BE49-F238E27FC236}">
                      <a16:creationId xmlns:a16="http://schemas.microsoft.com/office/drawing/2014/main" id="{4438149F-C8BF-9B43-6938-E3065A20B81C}"/>
                    </a:ext>
                  </a:extLst>
                </p:cNvPr>
                <p:cNvCxnSpPr>
                  <a:cxnSpLocks/>
                </p:cNvCxnSpPr>
                <p:nvPr/>
              </p:nvCxnSpPr>
              <p:spPr>
                <a:xfrm>
                  <a:off x="2651460" y="2040674"/>
                  <a:ext cx="10396883"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grpSp>
      <p:sp>
        <p:nvSpPr>
          <p:cNvPr id="32" name="TextBox 9">
            <a:extLst>
              <a:ext uri="{FF2B5EF4-FFF2-40B4-BE49-F238E27FC236}">
                <a16:creationId xmlns:a16="http://schemas.microsoft.com/office/drawing/2014/main" id="{45A0A31C-499B-1E98-A268-69372B4EFB6B}"/>
              </a:ext>
            </a:extLst>
          </p:cNvPr>
          <p:cNvSpPr txBox="1"/>
          <p:nvPr/>
        </p:nvSpPr>
        <p:spPr>
          <a:xfrm>
            <a:off x="0" y="0"/>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28524589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3"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pPr algn="just"/>
              <a:r>
                <a:rPr lang="zh-CN" altLang="en-US" sz="7200" b="0" dirty="0">
                  <a:solidFill>
                    <a:schemeClr val="tx1">
                      <a:lumMod val="75000"/>
                      <a:lumOff val="25000"/>
                    </a:schemeClr>
                  </a:solidFill>
                  <a:latin typeface="思源宋体 CN Heavy" panose="02020900000000000000" pitchFamily="18" charset="-122"/>
                  <a:ea typeface="思源宋体 CN Heavy" panose="02020900000000000000" pitchFamily="18" charset="-122"/>
                </a:rPr>
                <a:t>项目情况介绍</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1100" dirty="0">
                  <a:solidFill>
                    <a:schemeClr val="tx1">
                      <a:lumMod val="50000"/>
                      <a:lumOff val="50000"/>
                    </a:schemeClr>
                  </a:solidFill>
                  <a:latin typeface="+mn-ea"/>
                  <a:cs typeface="+mn-ea"/>
                  <a:sym typeface="+mn-lt"/>
                </a:rPr>
                <a:t>Adjust the spacing to adapt to Chinese typesetting, use the reference line in PPT. Theme color makes PPT more </a:t>
              </a:r>
              <a:r>
                <a:rPr lang="en-US" altLang="zh-CN" dirty="0">
                  <a:solidFill>
                    <a:schemeClr val="tx1">
                      <a:lumMod val="50000"/>
                      <a:lumOff val="50000"/>
                    </a:schemeClr>
                  </a:solidFill>
                  <a:latin typeface="+mn-ea"/>
                  <a:cs typeface="+mn-ea"/>
                  <a:sym typeface="+mn-lt"/>
                </a:rPr>
                <a:t>convenient</a:t>
              </a:r>
              <a:r>
                <a:rPr lang="en-US" altLang="zh-CN" sz="1100" dirty="0">
                  <a:solidFill>
                    <a:schemeClr val="tx1">
                      <a:lumMod val="50000"/>
                      <a:lumOff val="50000"/>
                    </a:schemeClr>
                  </a:solidFill>
                  <a:latin typeface="+mn-ea"/>
                  <a:cs typeface="+mn-ea"/>
                  <a:sym typeface="+mn-lt"/>
                </a:rPr>
                <a:t> to change. </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PART-01</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381463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487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533CF353-E4AB-4EB7-831C-1D8F34A35182}"/>
              </a:ext>
            </a:extLst>
          </p:cNvPr>
          <p:cNvGrpSpPr>
            <a:grpSpLocks noChangeAspect="1"/>
          </p:cNvGrpSpPr>
          <p:nvPr/>
        </p:nvGrpSpPr>
        <p:grpSpPr>
          <a:xfrm>
            <a:off x="1492705" y="1178251"/>
            <a:ext cx="9206589" cy="4939649"/>
            <a:chOff x="1492705" y="1178251"/>
            <a:chExt cx="9206589" cy="4939649"/>
          </a:xfrm>
        </p:grpSpPr>
        <p:sp>
          <p:nvSpPr>
            <p:cNvPr id="6" name="îšļiḑê">
              <a:extLst>
                <a:ext uri="{FF2B5EF4-FFF2-40B4-BE49-F238E27FC236}">
                  <a16:creationId xmlns:a16="http://schemas.microsoft.com/office/drawing/2014/main" id="{043AB2E2-323A-4E84-B9C1-F2ED1E853B7E}"/>
                </a:ext>
              </a:extLst>
            </p:cNvPr>
            <p:cNvSpPr txBox="1"/>
            <p:nvPr/>
          </p:nvSpPr>
          <p:spPr>
            <a:xfrm>
              <a:off x="3901379" y="4200944"/>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7" name="iṡ1iḑè">
              <a:extLst>
                <a:ext uri="{FF2B5EF4-FFF2-40B4-BE49-F238E27FC236}">
                  <a16:creationId xmlns:a16="http://schemas.microsoft.com/office/drawing/2014/main" id="{043AB2E2-323A-4E84-B9C1-F2ED1E853B7E}"/>
                </a:ext>
              </a:extLst>
            </p:cNvPr>
            <p:cNvSpPr txBox="1"/>
            <p:nvPr/>
          </p:nvSpPr>
          <p:spPr>
            <a:xfrm>
              <a:off x="8806268" y="4200944"/>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8" name="işḻíḓè">
              <a:extLst>
                <a:ext uri="{FF2B5EF4-FFF2-40B4-BE49-F238E27FC236}">
                  <a16:creationId xmlns:a16="http://schemas.microsoft.com/office/drawing/2014/main" id="{043AB2E2-323A-4E84-B9C1-F2ED1E853B7E}"/>
                </a:ext>
              </a:extLst>
            </p:cNvPr>
            <p:cNvSpPr txBox="1"/>
            <p:nvPr/>
          </p:nvSpPr>
          <p:spPr>
            <a:xfrm>
              <a:off x="1492705" y="3551657"/>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9" name="îṥ1íḋè">
              <a:extLst>
                <a:ext uri="{FF2B5EF4-FFF2-40B4-BE49-F238E27FC236}">
                  <a16:creationId xmlns:a16="http://schemas.microsoft.com/office/drawing/2014/main" id="{043AB2E2-323A-4E84-B9C1-F2ED1E853B7E}"/>
                </a:ext>
              </a:extLst>
            </p:cNvPr>
            <p:cNvSpPr txBox="1"/>
            <p:nvPr/>
          </p:nvSpPr>
          <p:spPr>
            <a:xfrm>
              <a:off x="1492705" y="4850232"/>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10" name="i$ḷîḑê">
              <a:extLst>
                <a:ext uri="{FF2B5EF4-FFF2-40B4-BE49-F238E27FC236}">
                  <a16:creationId xmlns:a16="http://schemas.microsoft.com/office/drawing/2014/main" id="{F9A26A4F-3763-49DB-9CE7-8FAB7ACD12CC}"/>
                </a:ext>
              </a:extLst>
            </p:cNvPr>
            <p:cNvSpPr/>
            <p:nvPr/>
          </p:nvSpPr>
          <p:spPr bwMode="auto">
            <a:xfrm>
              <a:off x="1856651" y="1519432"/>
              <a:ext cx="8504222" cy="2364888"/>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21600" h="21599">
                  <a:moveTo>
                    <a:pt x="7597" y="0"/>
                  </a:moveTo>
                  <a:cubicBezTo>
                    <a:pt x="6838" y="0"/>
                    <a:pt x="6080" y="1004"/>
                    <a:pt x="5501" y="3015"/>
                  </a:cubicBezTo>
                  <a:cubicBezTo>
                    <a:pt x="5353" y="3528"/>
                    <a:pt x="5225" y="4082"/>
                    <a:pt x="5115" y="4666"/>
                  </a:cubicBezTo>
                  <a:cubicBezTo>
                    <a:pt x="4939" y="5522"/>
                    <a:pt x="4760" y="6511"/>
                    <a:pt x="4570" y="7355"/>
                  </a:cubicBezTo>
                  <a:cubicBezTo>
                    <a:pt x="4428" y="7986"/>
                    <a:pt x="4228" y="8422"/>
                    <a:pt x="4005" y="8636"/>
                  </a:cubicBezTo>
                  <a:cubicBezTo>
                    <a:pt x="3680" y="8949"/>
                    <a:pt x="3374" y="8788"/>
                    <a:pt x="3094" y="8196"/>
                  </a:cubicBezTo>
                  <a:cubicBezTo>
                    <a:pt x="2854" y="7690"/>
                    <a:pt x="2656" y="6882"/>
                    <a:pt x="2410" y="6452"/>
                  </a:cubicBezTo>
                  <a:cubicBezTo>
                    <a:pt x="1858" y="4949"/>
                    <a:pt x="1057" y="5076"/>
                    <a:pt x="549" y="6842"/>
                  </a:cubicBezTo>
                  <a:cubicBezTo>
                    <a:pt x="0" y="8749"/>
                    <a:pt x="0" y="11844"/>
                    <a:pt x="549" y="13751"/>
                  </a:cubicBezTo>
                  <a:cubicBezTo>
                    <a:pt x="1098" y="15659"/>
                    <a:pt x="1989" y="15659"/>
                    <a:pt x="2538" y="13751"/>
                  </a:cubicBezTo>
                  <a:cubicBezTo>
                    <a:pt x="2561" y="13672"/>
                    <a:pt x="2581" y="13587"/>
                    <a:pt x="2602" y="13503"/>
                  </a:cubicBezTo>
                  <a:cubicBezTo>
                    <a:pt x="2649" y="13392"/>
                    <a:pt x="2696" y="13278"/>
                    <a:pt x="2742" y="13164"/>
                  </a:cubicBezTo>
                  <a:cubicBezTo>
                    <a:pt x="3014" y="12500"/>
                    <a:pt x="3306" y="11842"/>
                    <a:pt x="3645" y="11816"/>
                  </a:cubicBezTo>
                  <a:cubicBezTo>
                    <a:pt x="4182" y="11775"/>
                    <a:pt x="4587" y="13254"/>
                    <a:pt x="4927" y="14750"/>
                  </a:cubicBezTo>
                  <a:cubicBezTo>
                    <a:pt x="5068" y="15771"/>
                    <a:pt x="5257" y="16732"/>
                    <a:pt x="5501" y="17578"/>
                  </a:cubicBezTo>
                  <a:cubicBezTo>
                    <a:pt x="6658" y="21599"/>
                    <a:pt x="8536" y="21599"/>
                    <a:pt x="9694" y="17578"/>
                  </a:cubicBezTo>
                  <a:cubicBezTo>
                    <a:pt x="9738" y="17424"/>
                    <a:pt x="9780" y="17265"/>
                    <a:pt x="9821" y="17104"/>
                  </a:cubicBezTo>
                  <a:cubicBezTo>
                    <a:pt x="10363" y="15788"/>
                    <a:pt x="10746" y="13433"/>
                    <a:pt x="11404" y="12762"/>
                  </a:cubicBezTo>
                  <a:cubicBezTo>
                    <a:pt x="12070" y="12084"/>
                    <a:pt x="12714" y="13243"/>
                    <a:pt x="13256" y="14575"/>
                  </a:cubicBezTo>
                  <a:cubicBezTo>
                    <a:pt x="13456" y="15068"/>
                    <a:pt x="13651" y="15594"/>
                    <a:pt x="13861" y="16048"/>
                  </a:cubicBezTo>
                  <a:cubicBezTo>
                    <a:pt x="14532" y="17738"/>
                    <a:pt x="15431" y="17839"/>
                    <a:pt x="16130" y="16344"/>
                  </a:cubicBezTo>
                  <a:lnTo>
                    <a:pt x="16130" y="16388"/>
                  </a:lnTo>
                  <a:cubicBezTo>
                    <a:pt x="16145" y="16345"/>
                    <a:pt x="16159" y="16299"/>
                    <a:pt x="16173" y="16255"/>
                  </a:cubicBezTo>
                  <a:cubicBezTo>
                    <a:pt x="16291" y="15989"/>
                    <a:pt x="16402" y="15679"/>
                    <a:pt x="16505" y="15321"/>
                  </a:cubicBezTo>
                  <a:cubicBezTo>
                    <a:pt x="16568" y="15103"/>
                    <a:pt x="16624" y="14870"/>
                    <a:pt x="16677" y="14632"/>
                  </a:cubicBezTo>
                  <a:cubicBezTo>
                    <a:pt x="16712" y="14515"/>
                    <a:pt x="16748" y="14401"/>
                    <a:pt x="16782" y="14282"/>
                  </a:cubicBezTo>
                  <a:cubicBezTo>
                    <a:pt x="17121" y="13107"/>
                    <a:pt x="17480" y="11817"/>
                    <a:pt x="17954" y="11816"/>
                  </a:cubicBezTo>
                  <a:cubicBezTo>
                    <a:pt x="18294" y="11815"/>
                    <a:pt x="18586" y="12494"/>
                    <a:pt x="18857" y="13164"/>
                  </a:cubicBezTo>
                  <a:cubicBezTo>
                    <a:pt x="18904" y="13280"/>
                    <a:pt x="18950" y="13395"/>
                    <a:pt x="18998" y="13508"/>
                  </a:cubicBezTo>
                  <a:cubicBezTo>
                    <a:pt x="19018" y="13590"/>
                    <a:pt x="19039" y="13673"/>
                    <a:pt x="19061" y="13751"/>
                  </a:cubicBezTo>
                  <a:cubicBezTo>
                    <a:pt x="19610" y="15659"/>
                    <a:pt x="20501" y="15659"/>
                    <a:pt x="21050" y="13751"/>
                  </a:cubicBezTo>
                  <a:cubicBezTo>
                    <a:pt x="21600" y="11844"/>
                    <a:pt x="21600" y="8749"/>
                    <a:pt x="21050" y="6842"/>
                  </a:cubicBezTo>
                  <a:cubicBezTo>
                    <a:pt x="20542" y="5076"/>
                    <a:pt x="19741" y="4949"/>
                    <a:pt x="19189" y="6452"/>
                  </a:cubicBezTo>
                  <a:cubicBezTo>
                    <a:pt x="18942" y="6879"/>
                    <a:pt x="18743" y="7682"/>
                    <a:pt x="18505" y="8196"/>
                  </a:cubicBezTo>
                  <a:cubicBezTo>
                    <a:pt x="18225" y="8801"/>
                    <a:pt x="17918" y="8993"/>
                    <a:pt x="17594" y="8636"/>
                  </a:cubicBezTo>
                  <a:cubicBezTo>
                    <a:pt x="17380" y="8400"/>
                    <a:pt x="17191" y="7922"/>
                    <a:pt x="17029" y="7355"/>
                  </a:cubicBezTo>
                  <a:cubicBezTo>
                    <a:pt x="16943" y="7055"/>
                    <a:pt x="16864" y="6740"/>
                    <a:pt x="16779" y="6456"/>
                  </a:cubicBezTo>
                  <a:cubicBezTo>
                    <a:pt x="16701" y="6037"/>
                    <a:pt x="16611" y="5639"/>
                    <a:pt x="16505" y="5272"/>
                  </a:cubicBezTo>
                  <a:cubicBezTo>
                    <a:pt x="15756" y="2669"/>
                    <a:pt x="14569" y="2508"/>
                    <a:pt x="13765" y="4789"/>
                  </a:cubicBezTo>
                  <a:cubicBezTo>
                    <a:pt x="13683" y="4942"/>
                    <a:pt x="13602" y="5101"/>
                    <a:pt x="13523" y="5272"/>
                  </a:cubicBezTo>
                  <a:cubicBezTo>
                    <a:pt x="12989" y="6421"/>
                    <a:pt x="12485" y="8048"/>
                    <a:pt x="11822" y="8121"/>
                  </a:cubicBezTo>
                  <a:cubicBezTo>
                    <a:pt x="11248" y="8184"/>
                    <a:pt x="10789" y="7089"/>
                    <a:pt x="10400" y="5658"/>
                  </a:cubicBezTo>
                  <a:cubicBezTo>
                    <a:pt x="10217" y="4985"/>
                    <a:pt x="10050" y="4244"/>
                    <a:pt x="9859" y="3643"/>
                  </a:cubicBezTo>
                  <a:cubicBezTo>
                    <a:pt x="9807" y="3428"/>
                    <a:pt x="9752" y="3217"/>
                    <a:pt x="9694" y="3015"/>
                  </a:cubicBezTo>
                  <a:cubicBezTo>
                    <a:pt x="9115" y="1004"/>
                    <a:pt x="8356" y="0"/>
                    <a:pt x="7597" y="0"/>
                  </a:cubicBezTo>
                  <a:close/>
                </a:path>
              </a:pathLst>
            </a:custGeom>
            <a:solidFill>
              <a:schemeClr val="bg1">
                <a:lumMod val="9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1" name="íś1íḍé">
              <a:extLst>
                <a:ext uri="{FF2B5EF4-FFF2-40B4-BE49-F238E27FC236}">
                  <a16:creationId xmlns:a16="http://schemas.microsoft.com/office/drawing/2014/main" id="{FC63869A-8246-4FAB-838E-7D992C331490}"/>
                </a:ext>
              </a:extLst>
            </p:cNvPr>
            <p:cNvSpPr/>
            <p:nvPr/>
          </p:nvSpPr>
          <p:spPr bwMode="auto">
            <a:xfrm>
              <a:off x="3864198" y="1767040"/>
              <a:ext cx="1967388" cy="1815354"/>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4997" h="16580">
                  <a:moveTo>
                    <a:pt x="2498" y="0"/>
                  </a:moveTo>
                  <a:cubicBezTo>
                    <a:pt x="3081" y="0"/>
                    <a:pt x="3663" y="770"/>
                    <a:pt x="4108" y="2314"/>
                  </a:cubicBezTo>
                  <a:cubicBezTo>
                    <a:pt x="4997" y="5400"/>
                    <a:pt x="4997" y="10406"/>
                    <a:pt x="4108" y="13493"/>
                  </a:cubicBezTo>
                  <a:cubicBezTo>
                    <a:pt x="3219" y="16580"/>
                    <a:pt x="1778" y="16580"/>
                    <a:pt x="889" y="13493"/>
                  </a:cubicBezTo>
                  <a:cubicBezTo>
                    <a:pt x="0" y="10406"/>
                    <a:pt x="0" y="5400"/>
                    <a:pt x="889" y="2314"/>
                  </a:cubicBezTo>
                  <a:cubicBezTo>
                    <a:pt x="1333" y="770"/>
                    <a:pt x="1916" y="0"/>
                    <a:pt x="2498" y="0"/>
                  </a:cubicBezTo>
                  <a:close/>
                </a:path>
              </a:pathLst>
            </a:custGeom>
            <a:solidFill>
              <a:schemeClr val="accent1"/>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2" name="iṥḷíḑè">
              <a:extLst>
                <a:ext uri="{FF2B5EF4-FFF2-40B4-BE49-F238E27FC236}">
                  <a16:creationId xmlns:a16="http://schemas.microsoft.com/office/drawing/2014/main" id="{BCFDECD0-7F06-45C1-B041-46652E081F07}"/>
                </a:ext>
              </a:extLst>
            </p:cNvPr>
            <p:cNvSpPr/>
            <p:nvPr/>
          </p:nvSpPr>
          <p:spPr bwMode="auto">
            <a:xfrm>
              <a:off x="7135175" y="2074654"/>
              <a:ext cx="1300437" cy="1200127"/>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3303" h="10961">
                  <a:moveTo>
                    <a:pt x="1651" y="0"/>
                  </a:moveTo>
                  <a:cubicBezTo>
                    <a:pt x="2037" y="0"/>
                    <a:pt x="2422" y="510"/>
                    <a:pt x="2715" y="1531"/>
                  </a:cubicBezTo>
                  <a:cubicBezTo>
                    <a:pt x="3303" y="3571"/>
                    <a:pt x="3303" y="6880"/>
                    <a:pt x="2715" y="8921"/>
                  </a:cubicBezTo>
                  <a:cubicBezTo>
                    <a:pt x="2128" y="10961"/>
                    <a:pt x="1175" y="10961"/>
                    <a:pt x="587" y="8921"/>
                  </a:cubicBezTo>
                  <a:cubicBezTo>
                    <a:pt x="0" y="6880"/>
                    <a:pt x="0" y="3571"/>
                    <a:pt x="587" y="1531"/>
                  </a:cubicBezTo>
                  <a:cubicBezTo>
                    <a:pt x="881" y="510"/>
                    <a:pt x="1266" y="0"/>
                    <a:pt x="1651" y="0"/>
                  </a:cubicBezTo>
                  <a:close/>
                </a:path>
              </a:pathLst>
            </a:custGeom>
            <a:solidFill>
              <a:schemeClr val="accent2"/>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3" name="ïšlïdè">
              <a:extLst>
                <a:ext uri="{FF2B5EF4-FFF2-40B4-BE49-F238E27FC236}">
                  <a16:creationId xmlns:a16="http://schemas.microsoft.com/office/drawing/2014/main" id="{F7772EBD-61C0-4C19-ACCC-086AF08A506D}"/>
                </a:ext>
              </a:extLst>
            </p:cNvPr>
            <p:cNvSpPr/>
            <p:nvPr/>
          </p:nvSpPr>
          <p:spPr bwMode="auto">
            <a:xfrm>
              <a:off x="2028101" y="2268945"/>
              <a:ext cx="879163" cy="811545"/>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2233" h="7412">
                  <a:moveTo>
                    <a:pt x="1117" y="0"/>
                  </a:moveTo>
                  <a:cubicBezTo>
                    <a:pt x="1377" y="0"/>
                    <a:pt x="1637" y="344"/>
                    <a:pt x="1836" y="1034"/>
                  </a:cubicBezTo>
                  <a:cubicBezTo>
                    <a:pt x="2233" y="2414"/>
                    <a:pt x="2233" y="4652"/>
                    <a:pt x="1836" y="6032"/>
                  </a:cubicBezTo>
                  <a:cubicBezTo>
                    <a:pt x="1439" y="7412"/>
                    <a:pt x="794" y="7412"/>
                    <a:pt x="397" y="6032"/>
                  </a:cubicBezTo>
                  <a:cubicBezTo>
                    <a:pt x="0" y="4652"/>
                    <a:pt x="0" y="2414"/>
                    <a:pt x="397" y="1034"/>
                  </a:cubicBezTo>
                  <a:cubicBezTo>
                    <a:pt x="596" y="344"/>
                    <a:pt x="856" y="0"/>
                    <a:pt x="1117" y="0"/>
                  </a:cubicBezTo>
                  <a:close/>
                </a:path>
              </a:pathLst>
            </a:custGeom>
            <a:solidFill>
              <a:schemeClr val="accent2"/>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4" name="iŝḷíḓé">
              <a:extLst>
                <a:ext uri="{FF2B5EF4-FFF2-40B4-BE49-F238E27FC236}">
                  <a16:creationId xmlns:a16="http://schemas.microsoft.com/office/drawing/2014/main" id="{8DB95368-597C-40B4-B7D8-A400A581B2C7}"/>
                </a:ext>
              </a:extLst>
            </p:cNvPr>
            <p:cNvSpPr/>
            <p:nvPr/>
          </p:nvSpPr>
          <p:spPr bwMode="auto">
            <a:xfrm>
              <a:off x="9313200" y="2268945"/>
              <a:ext cx="879163" cy="811545"/>
            </a:xfrm>
            <a:custGeom>
              <a:avLst/>
              <a:gdLst>
                <a:gd name="T0" fmla="+- 0 10799 137"/>
                <a:gd name="T1" fmla="*/ T0 w 21325"/>
                <a:gd name="T2" fmla="*/ 10297 h 20595"/>
                <a:gd name="T3" fmla="+- 0 10799 137"/>
                <a:gd name="T4" fmla="*/ T3 w 21325"/>
                <a:gd name="T5" fmla="*/ 10297 h 20595"/>
                <a:gd name="T6" fmla="+- 0 10799 137"/>
                <a:gd name="T7" fmla="*/ T6 w 21325"/>
                <a:gd name="T8" fmla="*/ 10297 h 20595"/>
                <a:gd name="T9" fmla="+- 0 10799 137"/>
                <a:gd name="T10" fmla="*/ T9 w 21325"/>
                <a:gd name="T11" fmla="*/ 10297 h 20595"/>
              </a:gdLst>
              <a:ahLst/>
              <a:cxnLst>
                <a:cxn ang="0">
                  <a:pos x="T1" y="T2"/>
                </a:cxn>
                <a:cxn ang="0">
                  <a:pos x="T4" y="T5"/>
                </a:cxn>
                <a:cxn ang="0">
                  <a:pos x="T7" y="T8"/>
                </a:cxn>
                <a:cxn ang="0">
                  <a:pos x="T10" y="T11"/>
                </a:cxn>
              </a:cxnLst>
              <a:rect l="0" t="0" r="r" b="b"/>
              <a:pathLst>
                <a:path w="2233" h="7412">
                  <a:moveTo>
                    <a:pt x="1116" y="0"/>
                  </a:moveTo>
                  <a:cubicBezTo>
                    <a:pt x="1377" y="0"/>
                    <a:pt x="1637" y="344"/>
                    <a:pt x="1836" y="1034"/>
                  </a:cubicBezTo>
                  <a:cubicBezTo>
                    <a:pt x="2233" y="2414"/>
                    <a:pt x="2233" y="4652"/>
                    <a:pt x="1836" y="6032"/>
                  </a:cubicBezTo>
                  <a:cubicBezTo>
                    <a:pt x="1439" y="7412"/>
                    <a:pt x="794" y="7412"/>
                    <a:pt x="397" y="6032"/>
                  </a:cubicBezTo>
                  <a:cubicBezTo>
                    <a:pt x="0" y="4652"/>
                    <a:pt x="0" y="2414"/>
                    <a:pt x="397" y="1034"/>
                  </a:cubicBezTo>
                  <a:cubicBezTo>
                    <a:pt x="596" y="344"/>
                    <a:pt x="856" y="0"/>
                    <a:pt x="1116" y="0"/>
                  </a:cubicBezTo>
                  <a:close/>
                </a:path>
              </a:pathLst>
            </a:custGeom>
            <a:solidFill>
              <a:schemeClr val="accent2"/>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00000"/>
                </a:lnSpc>
                <a:buSzTx/>
                <a:buFontTx/>
                <a:buNone/>
              </a:pPr>
              <a:endParaRPr lang="id-ID"/>
            </a:p>
          </p:txBody>
        </p:sp>
        <p:sp>
          <p:nvSpPr>
            <p:cNvPr id="15" name="îśļídè">
              <a:extLst>
                <a:ext uri="{FF2B5EF4-FFF2-40B4-BE49-F238E27FC236}">
                  <a16:creationId xmlns:a16="http://schemas.microsoft.com/office/drawing/2014/main" id="{DC6E2E27-5DA5-40CB-93C5-96DE140CE15C}"/>
                </a:ext>
              </a:extLst>
            </p:cNvPr>
            <p:cNvSpPr/>
            <p:nvPr/>
          </p:nvSpPr>
          <p:spPr>
            <a:xfrm>
              <a:off x="1492705" y="1766387"/>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i="1" u="sng" dirty="0">
                  <a:solidFill>
                    <a:schemeClr val="tx1">
                      <a:lumMod val="75000"/>
                      <a:lumOff val="25000"/>
                    </a:schemeClr>
                  </a:solidFill>
                </a:rPr>
                <a:t>01.</a:t>
              </a:r>
              <a:r>
                <a:rPr lang="zh-CN" altLang="en-US" sz="1600" b="1" i="1" u="sng" dirty="0">
                  <a:solidFill>
                    <a:schemeClr val="tx1">
                      <a:lumMod val="75000"/>
                      <a:lumOff val="25000"/>
                    </a:schemeClr>
                  </a:solidFill>
                </a:rPr>
                <a:t>输入文本</a:t>
              </a:r>
            </a:p>
          </p:txBody>
        </p:sp>
        <p:sp>
          <p:nvSpPr>
            <p:cNvPr id="16" name="iṩḷiḑè">
              <a:extLst>
                <a:ext uri="{FF2B5EF4-FFF2-40B4-BE49-F238E27FC236}">
                  <a16:creationId xmlns:a16="http://schemas.microsoft.com/office/drawing/2014/main" id="{DC6E2E27-5DA5-40CB-93C5-96DE140CE15C}"/>
                </a:ext>
              </a:extLst>
            </p:cNvPr>
            <p:cNvSpPr/>
            <p:nvPr/>
          </p:nvSpPr>
          <p:spPr>
            <a:xfrm>
              <a:off x="3901379" y="1178251"/>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i="1" u="sng" dirty="0">
                  <a:solidFill>
                    <a:schemeClr val="tx1">
                      <a:lumMod val="75000"/>
                      <a:lumOff val="25000"/>
                    </a:schemeClr>
                  </a:solidFill>
                </a:rPr>
                <a:t>02.</a:t>
              </a:r>
              <a:r>
                <a:rPr lang="zh-CN" altLang="en-US" sz="1600" b="1" i="1" u="sng" dirty="0">
                  <a:solidFill>
                    <a:schemeClr val="tx1">
                      <a:lumMod val="75000"/>
                      <a:lumOff val="25000"/>
                    </a:schemeClr>
                  </a:solidFill>
                </a:rPr>
                <a:t>输入文本</a:t>
              </a:r>
            </a:p>
          </p:txBody>
        </p:sp>
        <p:sp>
          <p:nvSpPr>
            <p:cNvPr id="17" name="íşľídè">
              <a:extLst>
                <a:ext uri="{FF2B5EF4-FFF2-40B4-BE49-F238E27FC236}">
                  <a16:creationId xmlns:a16="http://schemas.microsoft.com/office/drawing/2014/main" id="{DC6E2E27-5DA5-40CB-93C5-96DE140CE15C}"/>
                </a:ext>
              </a:extLst>
            </p:cNvPr>
            <p:cNvSpPr/>
            <p:nvPr/>
          </p:nvSpPr>
          <p:spPr>
            <a:xfrm>
              <a:off x="6838880" y="1526376"/>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i="1" u="sng" dirty="0">
                  <a:solidFill>
                    <a:schemeClr val="tx1">
                      <a:lumMod val="75000"/>
                      <a:lumOff val="25000"/>
                    </a:schemeClr>
                  </a:solidFill>
                </a:rPr>
                <a:t>03.</a:t>
              </a:r>
              <a:r>
                <a:rPr lang="zh-CN" altLang="en-US" sz="1600" b="1" i="1" u="sng" dirty="0">
                  <a:solidFill>
                    <a:schemeClr val="tx1">
                      <a:lumMod val="75000"/>
                      <a:lumOff val="25000"/>
                    </a:schemeClr>
                  </a:solidFill>
                </a:rPr>
                <a:t>输入文本</a:t>
              </a:r>
            </a:p>
          </p:txBody>
        </p:sp>
        <p:sp>
          <p:nvSpPr>
            <p:cNvPr id="18" name="îśḻîḑè">
              <a:extLst>
                <a:ext uri="{FF2B5EF4-FFF2-40B4-BE49-F238E27FC236}">
                  <a16:creationId xmlns:a16="http://schemas.microsoft.com/office/drawing/2014/main" id="{DC6E2E27-5DA5-40CB-93C5-96DE140CE15C}"/>
                </a:ext>
              </a:extLst>
            </p:cNvPr>
            <p:cNvSpPr/>
            <p:nvPr/>
          </p:nvSpPr>
          <p:spPr>
            <a:xfrm>
              <a:off x="8806268" y="1766387"/>
              <a:ext cx="1893026" cy="412028"/>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i="1" u="sng" dirty="0">
                  <a:solidFill>
                    <a:schemeClr val="tx1">
                      <a:lumMod val="75000"/>
                      <a:lumOff val="25000"/>
                    </a:schemeClr>
                  </a:solidFill>
                </a:rPr>
                <a:t>04.</a:t>
              </a:r>
              <a:r>
                <a:rPr lang="zh-CN" altLang="en-US" sz="1600" b="1" i="1" u="sng" dirty="0">
                  <a:solidFill>
                    <a:schemeClr val="tx1">
                      <a:lumMod val="75000"/>
                      <a:lumOff val="25000"/>
                    </a:schemeClr>
                  </a:solidFill>
                </a:rPr>
                <a:t>输入文本</a:t>
              </a:r>
            </a:p>
          </p:txBody>
        </p:sp>
        <p:sp>
          <p:nvSpPr>
            <p:cNvPr id="19" name="iś1íḍê">
              <a:extLst>
                <a:ext uri="{FF2B5EF4-FFF2-40B4-BE49-F238E27FC236}">
                  <a16:creationId xmlns:a16="http://schemas.microsoft.com/office/drawing/2014/main" id="{F3FF8C4D-B507-4D44-BF6A-B4F8E91795A5}"/>
                </a:ext>
              </a:extLst>
            </p:cNvPr>
            <p:cNvSpPr/>
            <p:nvPr/>
          </p:nvSpPr>
          <p:spPr>
            <a:xfrm>
              <a:off x="2292495" y="2520509"/>
              <a:ext cx="350374" cy="308416"/>
            </a:xfrm>
            <a:custGeom>
              <a:avLst/>
              <a:gdLst>
                <a:gd name="connsiteX0" fmla="*/ 18335 w 604256"/>
                <a:gd name="connsiteY0" fmla="*/ 334272 h 531895"/>
                <a:gd name="connsiteX1" fmla="*/ 37988 w 604256"/>
                <a:gd name="connsiteY1" fmla="*/ 336249 h 531895"/>
                <a:gd name="connsiteX2" fmla="*/ 302130 w 604256"/>
                <a:gd name="connsiteY2" fmla="*/ 476833 h 531895"/>
                <a:gd name="connsiteX3" fmla="*/ 566126 w 604256"/>
                <a:gd name="connsiteY3" fmla="*/ 336249 h 531895"/>
                <a:gd name="connsiteX4" fmla="*/ 601178 w 604256"/>
                <a:gd name="connsiteY4" fmla="*/ 346793 h 531895"/>
                <a:gd name="connsiteX5" fmla="*/ 590619 w 604256"/>
                <a:gd name="connsiteY5" fmla="*/ 381793 h 531895"/>
                <a:gd name="connsiteX6" fmla="*/ 314303 w 604256"/>
                <a:gd name="connsiteY6" fmla="*/ 528820 h 531895"/>
                <a:gd name="connsiteX7" fmla="*/ 302130 w 604256"/>
                <a:gd name="connsiteY7" fmla="*/ 531895 h 531895"/>
                <a:gd name="connsiteX8" fmla="*/ 289957 w 604256"/>
                <a:gd name="connsiteY8" fmla="*/ 528820 h 531895"/>
                <a:gd name="connsiteX9" fmla="*/ 13641 w 604256"/>
                <a:gd name="connsiteY9" fmla="*/ 381793 h 531895"/>
                <a:gd name="connsiteX10" fmla="*/ 3082 w 604256"/>
                <a:gd name="connsiteY10" fmla="*/ 346793 h 531895"/>
                <a:gd name="connsiteX11" fmla="*/ 18335 w 604256"/>
                <a:gd name="connsiteY11" fmla="*/ 334272 h 531895"/>
                <a:gd name="connsiteX12" fmla="*/ 18335 w 604256"/>
                <a:gd name="connsiteY12" fmla="*/ 233364 h 531895"/>
                <a:gd name="connsiteX13" fmla="*/ 37988 w 604256"/>
                <a:gd name="connsiteY13" fmla="*/ 235341 h 531895"/>
                <a:gd name="connsiteX14" fmla="*/ 302130 w 604256"/>
                <a:gd name="connsiteY14" fmla="*/ 375925 h 531895"/>
                <a:gd name="connsiteX15" fmla="*/ 566126 w 604256"/>
                <a:gd name="connsiteY15" fmla="*/ 235341 h 531895"/>
                <a:gd name="connsiteX16" fmla="*/ 601178 w 604256"/>
                <a:gd name="connsiteY16" fmla="*/ 245885 h 531895"/>
                <a:gd name="connsiteX17" fmla="*/ 590619 w 604256"/>
                <a:gd name="connsiteY17" fmla="*/ 280885 h 531895"/>
                <a:gd name="connsiteX18" fmla="*/ 314303 w 604256"/>
                <a:gd name="connsiteY18" fmla="*/ 428058 h 531895"/>
                <a:gd name="connsiteX19" fmla="*/ 302130 w 604256"/>
                <a:gd name="connsiteY19" fmla="*/ 430987 h 531895"/>
                <a:gd name="connsiteX20" fmla="*/ 289957 w 604256"/>
                <a:gd name="connsiteY20" fmla="*/ 428058 h 531895"/>
                <a:gd name="connsiteX21" fmla="*/ 13641 w 604256"/>
                <a:gd name="connsiteY21" fmla="*/ 280885 h 531895"/>
                <a:gd name="connsiteX22" fmla="*/ 3082 w 604256"/>
                <a:gd name="connsiteY22" fmla="*/ 245885 h 531895"/>
                <a:gd name="connsiteX23" fmla="*/ 18335 w 604256"/>
                <a:gd name="connsiteY23" fmla="*/ 233364 h 531895"/>
                <a:gd name="connsiteX24" fmla="*/ 291571 w 604256"/>
                <a:gd name="connsiteY24" fmla="*/ 2196 h 531895"/>
                <a:gd name="connsiteX25" fmla="*/ 312689 w 604256"/>
                <a:gd name="connsiteY25" fmla="*/ 2196 h 531895"/>
                <a:gd name="connsiteX26" fmla="*/ 588846 w 604256"/>
                <a:gd name="connsiteY26" fmla="*/ 125214 h 531895"/>
                <a:gd name="connsiteX27" fmla="*/ 604245 w 604256"/>
                <a:gd name="connsiteY27" fmla="*/ 147914 h 531895"/>
                <a:gd name="connsiteX28" fmla="*/ 590605 w 604256"/>
                <a:gd name="connsiteY28" fmla="*/ 171639 h 531895"/>
                <a:gd name="connsiteX29" fmla="*/ 314303 w 604256"/>
                <a:gd name="connsiteY29" fmla="*/ 318676 h 531895"/>
                <a:gd name="connsiteX30" fmla="*/ 302130 w 604256"/>
                <a:gd name="connsiteY30" fmla="*/ 321751 h 531895"/>
                <a:gd name="connsiteX31" fmla="*/ 289957 w 604256"/>
                <a:gd name="connsiteY31" fmla="*/ 318676 h 531895"/>
                <a:gd name="connsiteX32" fmla="*/ 13654 w 604256"/>
                <a:gd name="connsiteY32" fmla="*/ 171639 h 531895"/>
                <a:gd name="connsiteX33" fmla="*/ 15 w 604256"/>
                <a:gd name="connsiteY33" fmla="*/ 147914 h 531895"/>
                <a:gd name="connsiteX34" fmla="*/ 15414 w 604256"/>
                <a:gd name="connsiteY34" fmla="*/ 125214 h 53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256" h="531895">
                  <a:moveTo>
                    <a:pt x="18335" y="334272"/>
                  </a:moveTo>
                  <a:cubicBezTo>
                    <a:pt x="24642" y="332369"/>
                    <a:pt x="31682" y="332881"/>
                    <a:pt x="37988" y="336249"/>
                  </a:cubicBezTo>
                  <a:lnTo>
                    <a:pt x="302130" y="476833"/>
                  </a:lnTo>
                  <a:lnTo>
                    <a:pt x="566126" y="336249"/>
                  </a:lnTo>
                  <a:cubicBezTo>
                    <a:pt x="578739" y="329513"/>
                    <a:pt x="594432" y="334199"/>
                    <a:pt x="601178" y="346793"/>
                  </a:cubicBezTo>
                  <a:cubicBezTo>
                    <a:pt x="607925" y="359387"/>
                    <a:pt x="603085" y="375056"/>
                    <a:pt x="590619" y="381793"/>
                  </a:cubicBezTo>
                  <a:lnTo>
                    <a:pt x="314303" y="528820"/>
                  </a:lnTo>
                  <a:cubicBezTo>
                    <a:pt x="310490" y="530870"/>
                    <a:pt x="306383" y="531895"/>
                    <a:pt x="302130" y="531895"/>
                  </a:cubicBezTo>
                  <a:cubicBezTo>
                    <a:pt x="297877" y="531895"/>
                    <a:pt x="293770" y="530870"/>
                    <a:pt x="289957" y="528820"/>
                  </a:cubicBezTo>
                  <a:lnTo>
                    <a:pt x="13641" y="381793"/>
                  </a:lnTo>
                  <a:cubicBezTo>
                    <a:pt x="1028" y="375056"/>
                    <a:pt x="-3665" y="359387"/>
                    <a:pt x="3082" y="346793"/>
                  </a:cubicBezTo>
                  <a:cubicBezTo>
                    <a:pt x="6455" y="340496"/>
                    <a:pt x="12028" y="336176"/>
                    <a:pt x="18335" y="334272"/>
                  </a:cubicBezTo>
                  <a:close/>
                  <a:moveTo>
                    <a:pt x="18335" y="233364"/>
                  </a:moveTo>
                  <a:cubicBezTo>
                    <a:pt x="24642" y="231461"/>
                    <a:pt x="31682" y="231973"/>
                    <a:pt x="37988" y="235341"/>
                  </a:cubicBezTo>
                  <a:lnTo>
                    <a:pt x="302130" y="375925"/>
                  </a:lnTo>
                  <a:lnTo>
                    <a:pt x="566126" y="235341"/>
                  </a:lnTo>
                  <a:cubicBezTo>
                    <a:pt x="578739" y="228605"/>
                    <a:pt x="594432" y="233291"/>
                    <a:pt x="601178" y="245885"/>
                  </a:cubicBezTo>
                  <a:cubicBezTo>
                    <a:pt x="607925" y="258479"/>
                    <a:pt x="603085" y="274148"/>
                    <a:pt x="590619" y="280885"/>
                  </a:cubicBezTo>
                  <a:lnTo>
                    <a:pt x="314303" y="428058"/>
                  </a:lnTo>
                  <a:cubicBezTo>
                    <a:pt x="310490" y="430108"/>
                    <a:pt x="306383" y="430987"/>
                    <a:pt x="302130" y="430987"/>
                  </a:cubicBezTo>
                  <a:cubicBezTo>
                    <a:pt x="297877" y="430987"/>
                    <a:pt x="293770" y="430108"/>
                    <a:pt x="289957" y="428058"/>
                  </a:cubicBezTo>
                  <a:lnTo>
                    <a:pt x="13641" y="280885"/>
                  </a:lnTo>
                  <a:cubicBezTo>
                    <a:pt x="1028" y="274148"/>
                    <a:pt x="-3665" y="258479"/>
                    <a:pt x="3082" y="245885"/>
                  </a:cubicBezTo>
                  <a:cubicBezTo>
                    <a:pt x="6455" y="239588"/>
                    <a:pt x="12028" y="235268"/>
                    <a:pt x="18335" y="233364"/>
                  </a:cubicBezTo>
                  <a:close/>
                  <a:moveTo>
                    <a:pt x="291571" y="2196"/>
                  </a:moveTo>
                  <a:cubicBezTo>
                    <a:pt x="298317" y="-733"/>
                    <a:pt x="305943" y="-733"/>
                    <a:pt x="312689" y="2196"/>
                  </a:cubicBezTo>
                  <a:lnTo>
                    <a:pt x="588846" y="125214"/>
                  </a:lnTo>
                  <a:cubicBezTo>
                    <a:pt x="597938" y="129315"/>
                    <a:pt x="603805" y="138102"/>
                    <a:pt x="604245" y="147914"/>
                  </a:cubicBezTo>
                  <a:cubicBezTo>
                    <a:pt x="604538" y="157726"/>
                    <a:pt x="599258" y="166953"/>
                    <a:pt x="590605" y="171639"/>
                  </a:cubicBezTo>
                  <a:lnTo>
                    <a:pt x="314303" y="318676"/>
                  </a:lnTo>
                  <a:cubicBezTo>
                    <a:pt x="310489" y="320726"/>
                    <a:pt x="306383" y="321751"/>
                    <a:pt x="302130" y="321751"/>
                  </a:cubicBezTo>
                  <a:cubicBezTo>
                    <a:pt x="297877" y="321751"/>
                    <a:pt x="293771" y="320726"/>
                    <a:pt x="289957" y="318676"/>
                  </a:cubicBezTo>
                  <a:lnTo>
                    <a:pt x="13654" y="171639"/>
                  </a:lnTo>
                  <a:cubicBezTo>
                    <a:pt x="5002" y="166953"/>
                    <a:pt x="-278" y="157726"/>
                    <a:pt x="15" y="147914"/>
                  </a:cubicBezTo>
                  <a:cubicBezTo>
                    <a:pt x="309" y="138102"/>
                    <a:pt x="6322" y="129315"/>
                    <a:pt x="15414" y="125214"/>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0" name="isļíḓe">
              <a:extLst>
                <a:ext uri="{FF2B5EF4-FFF2-40B4-BE49-F238E27FC236}">
                  <a16:creationId xmlns:a16="http://schemas.microsoft.com/office/drawing/2014/main" id="{8570FA89-59DD-4121-9F94-6AAE51E626CB}"/>
                </a:ext>
              </a:extLst>
            </p:cNvPr>
            <p:cNvSpPr/>
            <p:nvPr/>
          </p:nvSpPr>
          <p:spPr>
            <a:xfrm>
              <a:off x="9562830" y="2520834"/>
              <a:ext cx="379902" cy="307766"/>
            </a:xfrm>
            <a:custGeom>
              <a:avLst/>
              <a:gdLst>
                <a:gd name="connsiteX0" fmla="*/ 16411 w 608731"/>
                <a:gd name="connsiteY0" fmla="*/ 453912 h 493146"/>
                <a:gd name="connsiteX1" fmla="*/ 586924 w 608731"/>
                <a:gd name="connsiteY1" fmla="*/ 453912 h 493146"/>
                <a:gd name="connsiteX2" fmla="*/ 603335 w 608731"/>
                <a:gd name="connsiteY2" fmla="*/ 470291 h 493146"/>
                <a:gd name="connsiteX3" fmla="*/ 603335 w 608731"/>
                <a:gd name="connsiteY3" fmla="*/ 476842 h 493146"/>
                <a:gd name="connsiteX4" fmla="*/ 586924 w 608731"/>
                <a:gd name="connsiteY4" fmla="*/ 493146 h 493146"/>
                <a:gd name="connsiteX5" fmla="*/ 16411 w 608731"/>
                <a:gd name="connsiteY5" fmla="*/ 493146 h 493146"/>
                <a:gd name="connsiteX6" fmla="*/ 0 w 608731"/>
                <a:gd name="connsiteY6" fmla="*/ 476842 h 493146"/>
                <a:gd name="connsiteX7" fmla="*/ 0 w 608731"/>
                <a:gd name="connsiteY7" fmla="*/ 470291 h 493146"/>
                <a:gd name="connsiteX8" fmla="*/ 16411 w 608731"/>
                <a:gd name="connsiteY8" fmla="*/ 453912 h 493146"/>
                <a:gd name="connsiteX9" fmla="*/ 327127 w 608731"/>
                <a:gd name="connsiteY9" fmla="*/ 87 h 493146"/>
                <a:gd name="connsiteX10" fmla="*/ 338514 w 608731"/>
                <a:gd name="connsiteY10" fmla="*/ 10608 h 493146"/>
                <a:gd name="connsiteX11" fmla="*/ 375068 w 608731"/>
                <a:gd name="connsiteY11" fmla="*/ 199358 h 493146"/>
                <a:gd name="connsiteX12" fmla="*/ 451312 w 608731"/>
                <a:gd name="connsiteY12" fmla="*/ 149080 h 493146"/>
                <a:gd name="connsiteX13" fmla="*/ 471678 w 608731"/>
                <a:gd name="connsiteY13" fmla="*/ 160029 h 493146"/>
                <a:gd name="connsiteX14" fmla="*/ 471678 w 608731"/>
                <a:gd name="connsiteY14" fmla="*/ 266918 h 493146"/>
                <a:gd name="connsiteX15" fmla="*/ 594622 w 608731"/>
                <a:gd name="connsiteY15" fmla="*/ 257905 h 493146"/>
                <a:gd name="connsiteX16" fmla="*/ 604768 w 608731"/>
                <a:gd name="connsiteY16" fmla="*/ 280326 h 493146"/>
                <a:gd name="connsiteX17" fmla="*/ 496819 w 608731"/>
                <a:gd name="connsiteY17" fmla="*/ 386544 h 493146"/>
                <a:gd name="connsiteX18" fmla="*/ 564483 w 608731"/>
                <a:gd name="connsiteY18" fmla="*/ 429002 h 493146"/>
                <a:gd name="connsiteX19" fmla="*/ 437809 w 608731"/>
                <a:gd name="connsiteY19" fmla="*/ 429002 h 493146"/>
                <a:gd name="connsiteX20" fmla="*/ 401851 w 608731"/>
                <a:gd name="connsiteY20" fmla="*/ 406432 h 493146"/>
                <a:gd name="connsiteX21" fmla="*/ 472946 w 608731"/>
                <a:gd name="connsiteY21" fmla="*/ 336415 h 493146"/>
                <a:gd name="connsiteX22" fmla="*/ 388422 w 608731"/>
                <a:gd name="connsiteY22" fmla="*/ 342597 h 493146"/>
                <a:gd name="connsiteX23" fmla="*/ 388422 w 608731"/>
                <a:gd name="connsiteY23" fmla="*/ 272579 h 493146"/>
                <a:gd name="connsiteX24" fmla="*/ 336872 w 608731"/>
                <a:gd name="connsiteY24" fmla="*/ 306545 h 493146"/>
                <a:gd name="connsiteX25" fmla="*/ 313149 w 608731"/>
                <a:gd name="connsiteY25" fmla="*/ 184088 h 493146"/>
                <a:gd name="connsiteX26" fmla="*/ 263688 w 608731"/>
                <a:gd name="connsiteY26" fmla="*/ 295223 h 493146"/>
                <a:gd name="connsiteX27" fmla="*/ 185356 w 608731"/>
                <a:gd name="connsiteY27" fmla="*/ 240699 h 493146"/>
                <a:gd name="connsiteX28" fmla="*/ 209079 w 608731"/>
                <a:gd name="connsiteY28" fmla="*/ 345651 h 493146"/>
                <a:gd name="connsiteX29" fmla="*/ 142087 w 608731"/>
                <a:gd name="connsiteY29" fmla="*/ 360101 h 493146"/>
                <a:gd name="connsiteX30" fmla="*/ 190503 w 608731"/>
                <a:gd name="connsiteY30" fmla="*/ 402261 h 493146"/>
                <a:gd name="connsiteX31" fmla="*/ 156560 w 608731"/>
                <a:gd name="connsiteY31" fmla="*/ 429002 h 493146"/>
                <a:gd name="connsiteX32" fmla="*/ 36824 w 608731"/>
                <a:gd name="connsiteY32" fmla="*/ 429002 h 493146"/>
                <a:gd name="connsiteX33" fmla="*/ 100608 w 608731"/>
                <a:gd name="connsiteY33" fmla="*/ 378798 h 493146"/>
                <a:gd name="connsiteX34" fmla="*/ 29513 w 608731"/>
                <a:gd name="connsiteY34" fmla="*/ 316899 h 493146"/>
                <a:gd name="connsiteX35" fmla="*/ 35332 w 608731"/>
                <a:gd name="connsiteY35" fmla="*/ 294180 h 493146"/>
                <a:gd name="connsiteX36" fmla="*/ 135373 w 608731"/>
                <a:gd name="connsiteY36" fmla="*/ 272654 h 493146"/>
                <a:gd name="connsiteX37" fmla="*/ 98370 w 608731"/>
                <a:gd name="connsiteY37" fmla="*/ 108782 h 493146"/>
                <a:gd name="connsiteX38" fmla="*/ 118662 w 608731"/>
                <a:gd name="connsiteY38" fmla="*/ 95151 h 493146"/>
                <a:gd name="connsiteX39" fmla="*/ 237801 w 608731"/>
                <a:gd name="connsiteY39" fmla="*/ 178129 h 493146"/>
                <a:gd name="connsiteX40" fmla="*/ 313671 w 608731"/>
                <a:gd name="connsiteY40" fmla="*/ 7777 h 493146"/>
                <a:gd name="connsiteX41" fmla="*/ 327127 w 608731"/>
                <a:gd name="connsiteY41" fmla="*/ 87 h 49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08731" h="493146">
                  <a:moveTo>
                    <a:pt x="16411" y="453912"/>
                  </a:moveTo>
                  <a:lnTo>
                    <a:pt x="586924" y="453912"/>
                  </a:lnTo>
                  <a:cubicBezTo>
                    <a:pt x="596025" y="453912"/>
                    <a:pt x="603335" y="461208"/>
                    <a:pt x="603335" y="470291"/>
                  </a:cubicBezTo>
                  <a:lnTo>
                    <a:pt x="603335" y="476842"/>
                  </a:lnTo>
                  <a:cubicBezTo>
                    <a:pt x="603335" y="485850"/>
                    <a:pt x="596025" y="493146"/>
                    <a:pt x="586924" y="493146"/>
                  </a:cubicBezTo>
                  <a:lnTo>
                    <a:pt x="16411" y="493146"/>
                  </a:lnTo>
                  <a:cubicBezTo>
                    <a:pt x="7310" y="493146"/>
                    <a:pt x="0" y="485850"/>
                    <a:pt x="0" y="476842"/>
                  </a:cubicBezTo>
                  <a:lnTo>
                    <a:pt x="0" y="470291"/>
                  </a:lnTo>
                  <a:cubicBezTo>
                    <a:pt x="0" y="461208"/>
                    <a:pt x="7310" y="453912"/>
                    <a:pt x="16411" y="453912"/>
                  </a:cubicBezTo>
                  <a:close/>
                  <a:moveTo>
                    <a:pt x="327127" y="87"/>
                  </a:moveTo>
                  <a:cubicBezTo>
                    <a:pt x="332378" y="683"/>
                    <a:pt x="337283" y="4314"/>
                    <a:pt x="338514" y="10608"/>
                  </a:cubicBezTo>
                  <a:lnTo>
                    <a:pt x="375068" y="199358"/>
                  </a:lnTo>
                  <a:lnTo>
                    <a:pt x="451312" y="149080"/>
                  </a:lnTo>
                  <a:cubicBezTo>
                    <a:pt x="460040" y="143344"/>
                    <a:pt x="471678" y="149601"/>
                    <a:pt x="471678" y="160029"/>
                  </a:cubicBezTo>
                  <a:lnTo>
                    <a:pt x="471678" y="266918"/>
                  </a:lnTo>
                  <a:lnTo>
                    <a:pt x="594622" y="257905"/>
                  </a:lnTo>
                  <a:cubicBezTo>
                    <a:pt x="606782" y="257011"/>
                    <a:pt x="613496" y="271760"/>
                    <a:pt x="604768" y="280326"/>
                  </a:cubicBezTo>
                  <a:lnTo>
                    <a:pt x="496819" y="386544"/>
                  </a:lnTo>
                  <a:lnTo>
                    <a:pt x="564483" y="429002"/>
                  </a:lnTo>
                  <a:lnTo>
                    <a:pt x="437809" y="429002"/>
                  </a:lnTo>
                  <a:lnTo>
                    <a:pt x="401851" y="406432"/>
                  </a:lnTo>
                  <a:lnTo>
                    <a:pt x="472946" y="336415"/>
                  </a:lnTo>
                  <a:lnTo>
                    <a:pt x="388422" y="342597"/>
                  </a:lnTo>
                  <a:lnTo>
                    <a:pt x="388422" y="272579"/>
                  </a:lnTo>
                  <a:lnTo>
                    <a:pt x="336872" y="306545"/>
                  </a:lnTo>
                  <a:lnTo>
                    <a:pt x="313149" y="184088"/>
                  </a:lnTo>
                  <a:lnTo>
                    <a:pt x="263688" y="295223"/>
                  </a:lnTo>
                  <a:lnTo>
                    <a:pt x="185356" y="240699"/>
                  </a:lnTo>
                  <a:lnTo>
                    <a:pt x="209079" y="345651"/>
                  </a:lnTo>
                  <a:lnTo>
                    <a:pt x="142087" y="360101"/>
                  </a:lnTo>
                  <a:lnTo>
                    <a:pt x="190503" y="402261"/>
                  </a:lnTo>
                  <a:lnTo>
                    <a:pt x="156560" y="429002"/>
                  </a:lnTo>
                  <a:lnTo>
                    <a:pt x="36824" y="429002"/>
                  </a:lnTo>
                  <a:lnTo>
                    <a:pt x="100608" y="378798"/>
                  </a:lnTo>
                  <a:lnTo>
                    <a:pt x="29513" y="316899"/>
                  </a:lnTo>
                  <a:cubicBezTo>
                    <a:pt x="21381" y="309748"/>
                    <a:pt x="24813" y="296489"/>
                    <a:pt x="35332" y="294180"/>
                  </a:cubicBezTo>
                  <a:lnTo>
                    <a:pt x="135373" y="272654"/>
                  </a:lnTo>
                  <a:lnTo>
                    <a:pt x="98370" y="108782"/>
                  </a:lnTo>
                  <a:cubicBezTo>
                    <a:pt x="95759" y="97088"/>
                    <a:pt x="108889" y="88298"/>
                    <a:pt x="118662" y="95151"/>
                  </a:cubicBezTo>
                  <a:lnTo>
                    <a:pt x="237801" y="178129"/>
                  </a:lnTo>
                  <a:lnTo>
                    <a:pt x="313671" y="7777"/>
                  </a:lnTo>
                  <a:cubicBezTo>
                    <a:pt x="316282" y="1930"/>
                    <a:pt x="321877" y="-509"/>
                    <a:pt x="327127" y="87"/>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1" name="ïşļíḋe">
              <a:extLst>
                <a:ext uri="{FF2B5EF4-FFF2-40B4-BE49-F238E27FC236}">
                  <a16:creationId xmlns:a16="http://schemas.microsoft.com/office/drawing/2014/main" id="{A529C6A6-2C18-4B77-84B0-24A404551E00}"/>
                </a:ext>
              </a:extLst>
            </p:cNvPr>
            <p:cNvSpPr/>
            <p:nvPr/>
          </p:nvSpPr>
          <p:spPr>
            <a:xfrm>
              <a:off x="4433622" y="2244610"/>
              <a:ext cx="828540" cy="860216"/>
            </a:xfrm>
            <a:custGeom>
              <a:avLst/>
              <a:gdLst>
                <a:gd name="connsiteX0" fmla="*/ 332623 w 583294"/>
                <a:gd name="connsiteY0" fmla="*/ 296967 h 605593"/>
                <a:gd name="connsiteX1" fmla="*/ 316983 w 583294"/>
                <a:gd name="connsiteY1" fmla="*/ 302537 h 605593"/>
                <a:gd name="connsiteX2" fmla="*/ 311624 w 583294"/>
                <a:gd name="connsiteY2" fmla="*/ 308872 h 605593"/>
                <a:gd name="connsiteX3" fmla="*/ 311624 w 583294"/>
                <a:gd name="connsiteY3" fmla="*/ 325036 h 605593"/>
                <a:gd name="connsiteX4" fmla="*/ 309108 w 583294"/>
                <a:gd name="connsiteY4" fmla="*/ 326784 h 605593"/>
                <a:gd name="connsiteX5" fmla="*/ 307467 w 583294"/>
                <a:gd name="connsiteY5" fmla="*/ 331698 h 605593"/>
                <a:gd name="connsiteX6" fmla="*/ 311077 w 583294"/>
                <a:gd name="connsiteY6" fmla="*/ 366102 h 605593"/>
                <a:gd name="connsiteX7" fmla="*/ 315780 w 583294"/>
                <a:gd name="connsiteY7" fmla="*/ 371673 h 605593"/>
                <a:gd name="connsiteX8" fmla="*/ 317530 w 583294"/>
                <a:gd name="connsiteY8" fmla="*/ 371891 h 605593"/>
                <a:gd name="connsiteX9" fmla="*/ 322670 w 583294"/>
                <a:gd name="connsiteY9" fmla="*/ 369379 h 605593"/>
                <a:gd name="connsiteX10" fmla="*/ 340826 w 583294"/>
                <a:gd name="connsiteY10" fmla="*/ 345242 h 605593"/>
                <a:gd name="connsiteX11" fmla="*/ 342139 w 583294"/>
                <a:gd name="connsiteY11" fmla="*/ 341310 h 605593"/>
                <a:gd name="connsiteX12" fmla="*/ 342139 w 583294"/>
                <a:gd name="connsiteY12" fmla="*/ 302646 h 605593"/>
                <a:gd name="connsiteX13" fmla="*/ 339076 w 583294"/>
                <a:gd name="connsiteY13" fmla="*/ 297076 h 605593"/>
                <a:gd name="connsiteX14" fmla="*/ 332623 w 583294"/>
                <a:gd name="connsiteY14" fmla="*/ 296967 h 605593"/>
                <a:gd name="connsiteX15" fmla="*/ 250702 w 583294"/>
                <a:gd name="connsiteY15" fmla="*/ 296967 h 605593"/>
                <a:gd name="connsiteX16" fmla="*/ 244249 w 583294"/>
                <a:gd name="connsiteY16" fmla="*/ 297076 h 605593"/>
                <a:gd name="connsiteX17" fmla="*/ 241187 w 583294"/>
                <a:gd name="connsiteY17" fmla="*/ 302646 h 605593"/>
                <a:gd name="connsiteX18" fmla="*/ 241077 w 583294"/>
                <a:gd name="connsiteY18" fmla="*/ 341310 h 605593"/>
                <a:gd name="connsiteX19" fmla="*/ 242390 w 583294"/>
                <a:gd name="connsiteY19" fmla="*/ 345242 h 605593"/>
                <a:gd name="connsiteX20" fmla="*/ 260655 w 583294"/>
                <a:gd name="connsiteY20" fmla="*/ 369379 h 605593"/>
                <a:gd name="connsiteX21" fmla="*/ 265796 w 583294"/>
                <a:gd name="connsiteY21" fmla="*/ 371891 h 605593"/>
                <a:gd name="connsiteX22" fmla="*/ 267546 w 583294"/>
                <a:gd name="connsiteY22" fmla="*/ 371673 h 605593"/>
                <a:gd name="connsiteX23" fmla="*/ 272249 w 583294"/>
                <a:gd name="connsiteY23" fmla="*/ 366102 h 605593"/>
                <a:gd name="connsiteX24" fmla="*/ 275858 w 583294"/>
                <a:gd name="connsiteY24" fmla="*/ 331698 h 605593"/>
                <a:gd name="connsiteX25" fmla="*/ 274218 w 583294"/>
                <a:gd name="connsiteY25" fmla="*/ 326674 h 605593"/>
                <a:gd name="connsiteX26" fmla="*/ 271702 w 583294"/>
                <a:gd name="connsiteY26" fmla="*/ 325036 h 605593"/>
                <a:gd name="connsiteX27" fmla="*/ 271702 w 583294"/>
                <a:gd name="connsiteY27" fmla="*/ 308872 h 605593"/>
                <a:gd name="connsiteX28" fmla="*/ 266343 w 583294"/>
                <a:gd name="connsiteY28" fmla="*/ 302537 h 605593"/>
                <a:gd name="connsiteX29" fmla="*/ 250702 w 583294"/>
                <a:gd name="connsiteY29" fmla="*/ 296967 h 605593"/>
                <a:gd name="connsiteX30" fmla="*/ 30625 w 583294"/>
                <a:gd name="connsiteY30" fmla="*/ 270619 h 605593"/>
                <a:gd name="connsiteX31" fmla="*/ 94718 w 583294"/>
                <a:gd name="connsiteY31" fmla="*/ 270619 h 605593"/>
                <a:gd name="connsiteX32" fmla="*/ 125343 w 583294"/>
                <a:gd name="connsiteY32" fmla="*/ 301200 h 605593"/>
                <a:gd name="connsiteX33" fmla="*/ 293999 w 583294"/>
                <a:gd name="connsiteY33" fmla="*/ 469616 h 605593"/>
                <a:gd name="connsiteX34" fmla="*/ 462654 w 583294"/>
                <a:gd name="connsiteY34" fmla="*/ 301200 h 605593"/>
                <a:gd name="connsiteX35" fmla="*/ 493279 w 583294"/>
                <a:gd name="connsiteY35" fmla="*/ 270619 h 605593"/>
                <a:gd name="connsiteX36" fmla="*/ 552669 w 583294"/>
                <a:gd name="connsiteY36" fmla="*/ 270619 h 605593"/>
                <a:gd name="connsiteX37" fmla="*/ 583294 w 583294"/>
                <a:gd name="connsiteY37" fmla="*/ 301200 h 605593"/>
                <a:gd name="connsiteX38" fmla="*/ 552669 w 583294"/>
                <a:gd name="connsiteY38" fmla="*/ 331782 h 605593"/>
                <a:gd name="connsiteX39" fmla="*/ 521935 w 583294"/>
                <a:gd name="connsiteY39" fmla="*/ 331782 h 605593"/>
                <a:gd name="connsiteX40" fmla="*/ 478513 w 583294"/>
                <a:gd name="connsiteY40" fmla="*/ 438052 h 605593"/>
                <a:gd name="connsiteX41" fmla="*/ 504982 w 583294"/>
                <a:gd name="connsiteY41" fmla="*/ 464592 h 605593"/>
                <a:gd name="connsiteX42" fmla="*/ 504982 w 583294"/>
                <a:gd name="connsiteY42" fmla="*/ 507842 h 605593"/>
                <a:gd name="connsiteX43" fmla="*/ 483326 w 583294"/>
                <a:gd name="connsiteY43" fmla="*/ 516798 h 605593"/>
                <a:gd name="connsiteX44" fmla="*/ 461670 w 583294"/>
                <a:gd name="connsiteY44" fmla="*/ 507842 h 605593"/>
                <a:gd name="connsiteX45" fmla="*/ 435638 w 583294"/>
                <a:gd name="connsiteY45" fmla="*/ 481957 h 605593"/>
                <a:gd name="connsiteX46" fmla="*/ 322327 w 583294"/>
                <a:gd name="connsiteY46" fmla="*/ 529140 h 605593"/>
                <a:gd name="connsiteX47" fmla="*/ 322327 w 583294"/>
                <a:gd name="connsiteY47" fmla="*/ 575012 h 605593"/>
                <a:gd name="connsiteX48" fmla="*/ 291592 w 583294"/>
                <a:gd name="connsiteY48" fmla="*/ 605593 h 605593"/>
                <a:gd name="connsiteX49" fmla="*/ 260967 w 583294"/>
                <a:gd name="connsiteY49" fmla="*/ 575012 h 605593"/>
                <a:gd name="connsiteX50" fmla="*/ 260967 w 583294"/>
                <a:gd name="connsiteY50" fmla="*/ 528485 h 605593"/>
                <a:gd name="connsiteX51" fmla="*/ 149624 w 583294"/>
                <a:gd name="connsiteY51" fmla="*/ 479882 h 605593"/>
                <a:gd name="connsiteX52" fmla="*/ 121624 w 583294"/>
                <a:gd name="connsiteY52" fmla="*/ 507842 h 605593"/>
                <a:gd name="connsiteX53" fmla="*/ 99968 w 583294"/>
                <a:gd name="connsiteY53" fmla="*/ 516798 h 605593"/>
                <a:gd name="connsiteX54" fmla="*/ 78312 w 583294"/>
                <a:gd name="connsiteY54" fmla="*/ 507842 h 605593"/>
                <a:gd name="connsiteX55" fmla="*/ 78312 w 583294"/>
                <a:gd name="connsiteY55" fmla="*/ 464592 h 605593"/>
                <a:gd name="connsiteX56" fmla="*/ 107515 w 583294"/>
                <a:gd name="connsiteY56" fmla="*/ 435430 h 605593"/>
                <a:gd name="connsiteX57" fmla="*/ 66062 w 583294"/>
                <a:gd name="connsiteY57" fmla="*/ 331782 h 605593"/>
                <a:gd name="connsiteX58" fmla="*/ 30625 w 583294"/>
                <a:gd name="connsiteY58" fmla="*/ 331782 h 605593"/>
                <a:gd name="connsiteX59" fmla="*/ 0 w 583294"/>
                <a:gd name="connsiteY59" fmla="*/ 301200 h 605593"/>
                <a:gd name="connsiteX60" fmla="*/ 30625 w 583294"/>
                <a:gd name="connsiteY60" fmla="*/ 270619 h 605593"/>
                <a:gd name="connsiteX61" fmla="*/ 260655 w 583294"/>
                <a:gd name="connsiteY61" fmla="*/ 122871 h 605593"/>
                <a:gd name="connsiteX62" fmla="*/ 215703 w 583294"/>
                <a:gd name="connsiteY62" fmla="*/ 134776 h 605593"/>
                <a:gd name="connsiteX63" fmla="*/ 212093 w 583294"/>
                <a:gd name="connsiteY63" fmla="*/ 140565 h 605593"/>
                <a:gd name="connsiteX64" fmla="*/ 212093 w 583294"/>
                <a:gd name="connsiteY64" fmla="*/ 152142 h 605593"/>
                <a:gd name="connsiteX65" fmla="*/ 209468 w 583294"/>
                <a:gd name="connsiteY65" fmla="*/ 152142 h 605593"/>
                <a:gd name="connsiteX66" fmla="*/ 203015 w 583294"/>
                <a:gd name="connsiteY66" fmla="*/ 158586 h 605593"/>
                <a:gd name="connsiteX67" fmla="*/ 203015 w 583294"/>
                <a:gd name="connsiteY67" fmla="*/ 169289 h 605593"/>
                <a:gd name="connsiteX68" fmla="*/ 205969 w 583294"/>
                <a:gd name="connsiteY68" fmla="*/ 174641 h 605593"/>
                <a:gd name="connsiteX69" fmla="*/ 212203 w 583294"/>
                <a:gd name="connsiteY69" fmla="*/ 178791 h 605593"/>
                <a:gd name="connsiteX70" fmla="*/ 212640 w 583294"/>
                <a:gd name="connsiteY70" fmla="*/ 181413 h 605593"/>
                <a:gd name="connsiteX71" fmla="*/ 235828 w 583294"/>
                <a:gd name="connsiteY71" fmla="*/ 235039 h 605593"/>
                <a:gd name="connsiteX72" fmla="*/ 274218 w 583294"/>
                <a:gd name="connsiteY72" fmla="*/ 268242 h 605593"/>
                <a:gd name="connsiteX73" fmla="*/ 309108 w 583294"/>
                <a:gd name="connsiteY73" fmla="*/ 268242 h 605593"/>
                <a:gd name="connsiteX74" fmla="*/ 347498 w 583294"/>
                <a:gd name="connsiteY74" fmla="*/ 235039 h 605593"/>
                <a:gd name="connsiteX75" fmla="*/ 370685 w 583294"/>
                <a:gd name="connsiteY75" fmla="*/ 181413 h 605593"/>
                <a:gd name="connsiteX76" fmla="*/ 371123 w 583294"/>
                <a:gd name="connsiteY76" fmla="*/ 178791 h 605593"/>
                <a:gd name="connsiteX77" fmla="*/ 377357 w 583294"/>
                <a:gd name="connsiteY77" fmla="*/ 174641 h 605593"/>
                <a:gd name="connsiteX78" fmla="*/ 380310 w 583294"/>
                <a:gd name="connsiteY78" fmla="*/ 169289 h 605593"/>
                <a:gd name="connsiteX79" fmla="*/ 380310 w 583294"/>
                <a:gd name="connsiteY79" fmla="*/ 158586 h 605593"/>
                <a:gd name="connsiteX80" fmla="*/ 373857 w 583294"/>
                <a:gd name="connsiteY80" fmla="*/ 152142 h 605593"/>
                <a:gd name="connsiteX81" fmla="*/ 370248 w 583294"/>
                <a:gd name="connsiteY81" fmla="*/ 152142 h 605593"/>
                <a:gd name="connsiteX82" fmla="*/ 368279 w 583294"/>
                <a:gd name="connsiteY82" fmla="*/ 149958 h 605593"/>
                <a:gd name="connsiteX83" fmla="*/ 362045 w 583294"/>
                <a:gd name="connsiteY83" fmla="*/ 149521 h 605593"/>
                <a:gd name="connsiteX84" fmla="*/ 336451 w 583294"/>
                <a:gd name="connsiteY84" fmla="*/ 155309 h 605593"/>
                <a:gd name="connsiteX85" fmla="*/ 296749 w 583294"/>
                <a:gd name="connsiteY85" fmla="*/ 137288 h 605593"/>
                <a:gd name="connsiteX86" fmla="*/ 260655 w 583294"/>
                <a:gd name="connsiteY86" fmla="*/ 122871 h 605593"/>
                <a:gd name="connsiteX87" fmla="*/ 275311 w 583294"/>
                <a:gd name="connsiteY87" fmla="*/ 0 h 605593"/>
                <a:gd name="connsiteX88" fmla="*/ 308014 w 583294"/>
                <a:gd name="connsiteY88" fmla="*/ 0 h 605593"/>
                <a:gd name="connsiteX89" fmla="*/ 409185 w 583294"/>
                <a:gd name="connsiteY89" fmla="*/ 101027 h 605593"/>
                <a:gd name="connsiteX90" fmla="*/ 409185 w 583294"/>
                <a:gd name="connsiteY90" fmla="*/ 132701 h 605593"/>
                <a:gd name="connsiteX91" fmla="*/ 414982 w 583294"/>
                <a:gd name="connsiteY91" fmla="*/ 150722 h 605593"/>
                <a:gd name="connsiteX92" fmla="*/ 414982 w 583294"/>
                <a:gd name="connsiteY92" fmla="*/ 173331 h 605593"/>
                <a:gd name="connsiteX93" fmla="*/ 403826 w 583294"/>
                <a:gd name="connsiteY93" fmla="*/ 197140 h 605593"/>
                <a:gd name="connsiteX94" fmla="*/ 397263 w 583294"/>
                <a:gd name="connsiteY94" fmla="*/ 214288 h 605593"/>
                <a:gd name="connsiteX95" fmla="*/ 375498 w 583294"/>
                <a:gd name="connsiteY95" fmla="*/ 255136 h 605593"/>
                <a:gd name="connsiteX96" fmla="*/ 360732 w 583294"/>
                <a:gd name="connsiteY96" fmla="*/ 273922 h 605593"/>
                <a:gd name="connsiteX97" fmla="*/ 371670 w 583294"/>
                <a:gd name="connsiteY97" fmla="*/ 287574 h 605593"/>
                <a:gd name="connsiteX98" fmla="*/ 432919 w 583294"/>
                <a:gd name="connsiteY98" fmla="*/ 306141 h 605593"/>
                <a:gd name="connsiteX99" fmla="*/ 294014 w 583294"/>
                <a:gd name="connsiteY99" fmla="*/ 433272 h 605593"/>
                <a:gd name="connsiteX100" fmla="*/ 154891 w 583294"/>
                <a:gd name="connsiteY100" fmla="*/ 304721 h 605593"/>
                <a:gd name="connsiteX101" fmla="*/ 211656 w 583294"/>
                <a:gd name="connsiteY101" fmla="*/ 287574 h 605593"/>
                <a:gd name="connsiteX102" fmla="*/ 222593 w 583294"/>
                <a:gd name="connsiteY102" fmla="*/ 273922 h 605593"/>
                <a:gd name="connsiteX103" fmla="*/ 207828 w 583294"/>
                <a:gd name="connsiteY103" fmla="*/ 255136 h 605593"/>
                <a:gd name="connsiteX104" fmla="*/ 186063 w 583294"/>
                <a:gd name="connsiteY104" fmla="*/ 214288 h 605593"/>
                <a:gd name="connsiteX105" fmla="*/ 179500 w 583294"/>
                <a:gd name="connsiteY105" fmla="*/ 197140 h 605593"/>
                <a:gd name="connsiteX106" fmla="*/ 168344 w 583294"/>
                <a:gd name="connsiteY106" fmla="*/ 173331 h 605593"/>
                <a:gd name="connsiteX107" fmla="*/ 168344 w 583294"/>
                <a:gd name="connsiteY107" fmla="*/ 150722 h 605593"/>
                <a:gd name="connsiteX108" fmla="*/ 174141 w 583294"/>
                <a:gd name="connsiteY108" fmla="*/ 132701 h 605593"/>
                <a:gd name="connsiteX109" fmla="*/ 174141 w 583294"/>
                <a:gd name="connsiteY109" fmla="*/ 101027 h 605593"/>
                <a:gd name="connsiteX110" fmla="*/ 275311 w 583294"/>
                <a:gd name="connsiteY110"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83294" h="605593">
                  <a:moveTo>
                    <a:pt x="332623" y="296967"/>
                  </a:moveTo>
                  <a:cubicBezTo>
                    <a:pt x="327373" y="299697"/>
                    <a:pt x="322123" y="301663"/>
                    <a:pt x="316983" y="302537"/>
                  </a:cubicBezTo>
                  <a:cubicBezTo>
                    <a:pt x="313811" y="303083"/>
                    <a:pt x="311624" y="305814"/>
                    <a:pt x="311624" y="308872"/>
                  </a:cubicBezTo>
                  <a:lnTo>
                    <a:pt x="311624" y="325036"/>
                  </a:lnTo>
                  <a:cubicBezTo>
                    <a:pt x="310639" y="325364"/>
                    <a:pt x="309874" y="326019"/>
                    <a:pt x="309108" y="326784"/>
                  </a:cubicBezTo>
                  <a:cubicBezTo>
                    <a:pt x="307905" y="328094"/>
                    <a:pt x="307358" y="329951"/>
                    <a:pt x="307467" y="331698"/>
                  </a:cubicBezTo>
                  <a:lnTo>
                    <a:pt x="311077" y="366102"/>
                  </a:lnTo>
                  <a:cubicBezTo>
                    <a:pt x="311295" y="368724"/>
                    <a:pt x="313155" y="371017"/>
                    <a:pt x="315780" y="371673"/>
                  </a:cubicBezTo>
                  <a:cubicBezTo>
                    <a:pt x="316327" y="371891"/>
                    <a:pt x="316983" y="371891"/>
                    <a:pt x="317530" y="371891"/>
                  </a:cubicBezTo>
                  <a:cubicBezTo>
                    <a:pt x="319498" y="371891"/>
                    <a:pt x="321467" y="371017"/>
                    <a:pt x="322670" y="369379"/>
                  </a:cubicBezTo>
                  <a:lnTo>
                    <a:pt x="340826" y="345242"/>
                  </a:lnTo>
                  <a:cubicBezTo>
                    <a:pt x="341701" y="344149"/>
                    <a:pt x="342139" y="342730"/>
                    <a:pt x="342139" y="341310"/>
                  </a:cubicBezTo>
                  <a:lnTo>
                    <a:pt x="342139" y="302646"/>
                  </a:lnTo>
                  <a:cubicBezTo>
                    <a:pt x="342139" y="300353"/>
                    <a:pt x="340936" y="298277"/>
                    <a:pt x="339076" y="297076"/>
                  </a:cubicBezTo>
                  <a:cubicBezTo>
                    <a:pt x="337108" y="295984"/>
                    <a:pt x="334701" y="295875"/>
                    <a:pt x="332623" y="296967"/>
                  </a:cubicBezTo>
                  <a:close/>
                  <a:moveTo>
                    <a:pt x="250702" y="296967"/>
                  </a:moveTo>
                  <a:cubicBezTo>
                    <a:pt x="248624" y="295875"/>
                    <a:pt x="246218" y="295984"/>
                    <a:pt x="244249" y="297076"/>
                  </a:cubicBezTo>
                  <a:cubicBezTo>
                    <a:pt x="242281" y="298277"/>
                    <a:pt x="241187" y="300353"/>
                    <a:pt x="241187" y="302646"/>
                  </a:cubicBezTo>
                  <a:lnTo>
                    <a:pt x="241077" y="341310"/>
                  </a:lnTo>
                  <a:cubicBezTo>
                    <a:pt x="241077" y="342730"/>
                    <a:pt x="241624" y="344149"/>
                    <a:pt x="242390" y="345242"/>
                  </a:cubicBezTo>
                  <a:lnTo>
                    <a:pt x="260655" y="369379"/>
                  </a:lnTo>
                  <a:cubicBezTo>
                    <a:pt x="261859" y="371017"/>
                    <a:pt x="263827" y="371891"/>
                    <a:pt x="265796" y="371891"/>
                  </a:cubicBezTo>
                  <a:cubicBezTo>
                    <a:pt x="266343" y="371891"/>
                    <a:pt x="266999" y="371891"/>
                    <a:pt x="267546" y="371673"/>
                  </a:cubicBezTo>
                  <a:cubicBezTo>
                    <a:pt x="270171" y="371017"/>
                    <a:pt x="272030" y="368833"/>
                    <a:pt x="272249" y="366102"/>
                  </a:cubicBezTo>
                  <a:lnTo>
                    <a:pt x="275858" y="331698"/>
                  </a:lnTo>
                  <a:cubicBezTo>
                    <a:pt x="275968" y="329951"/>
                    <a:pt x="275421" y="328094"/>
                    <a:pt x="274218" y="326674"/>
                  </a:cubicBezTo>
                  <a:cubicBezTo>
                    <a:pt x="273452" y="326019"/>
                    <a:pt x="272687" y="325364"/>
                    <a:pt x="271702" y="325036"/>
                  </a:cubicBezTo>
                  <a:lnTo>
                    <a:pt x="271702" y="308872"/>
                  </a:lnTo>
                  <a:cubicBezTo>
                    <a:pt x="271702" y="305814"/>
                    <a:pt x="269515" y="303083"/>
                    <a:pt x="266343" y="302537"/>
                  </a:cubicBezTo>
                  <a:cubicBezTo>
                    <a:pt x="261202" y="301663"/>
                    <a:pt x="255952" y="299697"/>
                    <a:pt x="250702" y="296967"/>
                  </a:cubicBezTo>
                  <a:close/>
                  <a:moveTo>
                    <a:pt x="30625" y="270619"/>
                  </a:moveTo>
                  <a:lnTo>
                    <a:pt x="94718" y="270619"/>
                  </a:lnTo>
                  <a:cubicBezTo>
                    <a:pt x="111562" y="270619"/>
                    <a:pt x="125343" y="284271"/>
                    <a:pt x="125343" y="301200"/>
                  </a:cubicBezTo>
                  <a:cubicBezTo>
                    <a:pt x="125343" y="394036"/>
                    <a:pt x="201030" y="469616"/>
                    <a:pt x="293999" y="469616"/>
                  </a:cubicBezTo>
                  <a:cubicBezTo>
                    <a:pt x="386967" y="469616"/>
                    <a:pt x="462654" y="394036"/>
                    <a:pt x="462654" y="301200"/>
                  </a:cubicBezTo>
                  <a:cubicBezTo>
                    <a:pt x="462654" y="284271"/>
                    <a:pt x="476326" y="270619"/>
                    <a:pt x="493279" y="270619"/>
                  </a:cubicBezTo>
                  <a:lnTo>
                    <a:pt x="552669" y="270619"/>
                  </a:lnTo>
                  <a:cubicBezTo>
                    <a:pt x="569622" y="270619"/>
                    <a:pt x="583294" y="284271"/>
                    <a:pt x="583294" y="301200"/>
                  </a:cubicBezTo>
                  <a:cubicBezTo>
                    <a:pt x="583294" y="318129"/>
                    <a:pt x="569622" y="331782"/>
                    <a:pt x="552669" y="331782"/>
                  </a:cubicBezTo>
                  <a:lnTo>
                    <a:pt x="521935" y="331782"/>
                  </a:lnTo>
                  <a:cubicBezTo>
                    <a:pt x="516576" y="371319"/>
                    <a:pt x="501263" y="407579"/>
                    <a:pt x="478513" y="438052"/>
                  </a:cubicBezTo>
                  <a:lnTo>
                    <a:pt x="504982" y="464592"/>
                  </a:lnTo>
                  <a:cubicBezTo>
                    <a:pt x="516904" y="476497"/>
                    <a:pt x="516904" y="495937"/>
                    <a:pt x="504982" y="507842"/>
                  </a:cubicBezTo>
                  <a:cubicBezTo>
                    <a:pt x="498966" y="513849"/>
                    <a:pt x="491091" y="516798"/>
                    <a:pt x="483326" y="516798"/>
                  </a:cubicBezTo>
                  <a:cubicBezTo>
                    <a:pt x="475451" y="516798"/>
                    <a:pt x="467576" y="513849"/>
                    <a:pt x="461670" y="507842"/>
                  </a:cubicBezTo>
                  <a:lnTo>
                    <a:pt x="435638" y="481957"/>
                  </a:lnTo>
                  <a:cubicBezTo>
                    <a:pt x="403592" y="507078"/>
                    <a:pt x="364764" y="523897"/>
                    <a:pt x="322327" y="529140"/>
                  </a:cubicBezTo>
                  <a:lnTo>
                    <a:pt x="322327" y="575012"/>
                  </a:lnTo>
                  <a:cubicBezTo>
                    <a:pt x="322327" y="591832"/>
                    <a:pt x="308545" y="605593"/>
                    <a:pt x="291592" y="605593"/>
                  </a:cubicBezTo>
                  <a:cubicBezTo>
                    <a:pt x="274749" y="605593"/>
                    <a:pt x="260967" y="591832"/>
                    <a:pt x="260967" y="575012"/>
                  </a:cubicBezTo>
                  <a:lnTo>
                    <a:pt x="260967" y="528485"/>
                  </a:lnTo>
                  <a:cubicBezTo>
                    <a:pt x="219186" y="522478"/>
                    <a:pt x="181015" y="505221"/>
                    <a:pt x="149624" y="479882"/>
                  </a:cubicBezTo>
                  <a:lnTo>
                    <a:pt x="121624" y="507842"/>
                  </a:lnTo>
                  <a:cubicBezTo>
                    <a:pt x="115718" y="513849"/>
                    <a:pt x="107843" y="516798"/>
                    <a:pt x="99968" y="516798"/>
                  </a:cubicBezTo>
                  <a:cubicBezTo>
                    <a:pt x="92093" y="516798"/>
                    <a:pt x="84328" y="513849"/>
                    <a:pt x="78312" y="507842"/>
                  </a:cubicBezTo>
                  <a:cubicBezTo>
                    <a:pt x="66281" y="495937"/>
                    <a:pt x="66281" y="476497"/>
                    <a:pt x="78312" y="464592"/>
                  </a:cubicBezTo>
                  <a:lnTo>
                    <a:pt x="107515" y="435430"/>
                  </a:lnTo>
                  <a:cubicBezTo>
                    <a:pt x="85859" y="405504"/>
                    <a:pt x="71203" y="370117"/>
                    <a:pt x="66062" y="331782"/>
                  </a:cubicBezTo>
                  <a:lnTo>
                    <a:pt x="30625" y="331782"/>
                  </a:lnTo>
                  <a:cubicBezTo>
                    <a:pt x="13672" y="331782"/>
                    <a:pt x="0" y="318129"/>
                    <a:pt x="0" y="301200"/>
                  </a:cubicBezTo>
                  <a:cubicBezTo>
                    <a:pt x="0" y="284271"/>
                    <a:pt x="13672" y="270619"/>
                    <a:pt x="30625" y="270619"/>
                  </a:cubicBezTo>
                  <a:close/>
                  <a:moveTo>
                    <a:pt x="260655" y="122871"/>
                  </a:moveTo>
                  <a:cubicBezTo>
                    <a:pt x="242390" y="122871"/>
                    <a:pt x="224671" y="130298"/>
                    <a:pt x="215703" y="134776"/>
                  </a:cubicBezTo>
                  <a:cubicBezTo>
                    <a:pt x="213515" y="135868"/>
                    <a:pt x="212093" y="138162"/>
                    <a:pt x="212093" y="140565"/>
                  </a:cubicBezTo>
                  <a:lnTo>
                    <a:pt x="212093" y="152142"/>
                  </a:lnTo>
                  <a:lnTo>
                    <a:pt x="209468" y="152142"/>
                  </a:lnTo>
                  <a:cubicBezTo>
                    <a:pt x="205859" y="152142"/>
                    <a:pt x="203015" y="154982"/>
                    <a:pt x="203015" y="158586"/>
                  </a:cubicBezTo>
                  <a:lnTo>
                    <a:pt x="203015" y="169289"/>
                  </a:lnTo>
                  <a:cubicBezTo>
                    <a:pt x="203015" y="171474"/>
                    <a:pt x="204109" y="173440"/>
                    <a:pt x="205969" y="174641"/>
                  </a:cubicBezTo>
                  <a:lnTo>
                    <a:pt x="212203" y="178791"/>
                  </a:lnTo>
                  <a:lnTo>
                    <a:pt x="212640" y="181413"/>
                  </a:lnTo>
                  <a:cubicBezTo>
                    <a:pt x="214609" y="196922"/>
                    <a:pt x="223359" y="216909"/>
                    <a:pt x="235828" y="235039"/>
                  </a:cubicBezTo>
                  <a:cubicBezTo>
                    <a:pt x="251687" y="257975"/>
                    <a:pt x="266562" y="268242"/>
                    <a:pt x="274218" y="268242"/>
                  </a:cubicBezTo>
                  <a:lnTo>
                    <a:pt x="309108" y="268242"/>
                  </a:lnTo>
                  <a:cubicBezTo>
                    <a:pt x="316764" y="268242"/>
                    <a:pt x="331639" y="257975"/>
                    <a:pt x="347498" y="235039"/>
                  </a:cubicBezTo>
                  <a:cubicBezTo>
                    <a:pt x="359967" y="216909"/>
                    <a:pt x="368717" y="196922"/>
                    <a:pt x="370685" y="181413"/>
                  </a:cubicBezTo>
                  <a:lnTo>
                    <a:pt x="371123" y="178791"/>
                  </a:lnTo>
                  <a:lnTo>
                    <a:pt x="377357" y="174641"/>
                  </a:lnTo>
                  <a:cubicBezTo>
                    <a:pt x="379217" y="173440"/>
                    <a:pt x="380310" y="171474"/>
                    <a:pt x="380310" y="169289"/>
                  </a:cubicBezTo>
                  <a:lnTo>
                    <a:pt x="380310" y="158586"/>
                  </a:lnTo>
                  <a:cubicBezTo>
                    <a:pt x="380310" y="154982"/>
                    <a:pt x="377357" y="152142"/>
                    <a:pt x="373857" y="152142"/>
                  </a:cubicBezTo>
                  <a:lnTo>
                    <a:pt x="370248" y="152142"/>
                  </a:lnTo>
                  <a:cubicBezTo>
                    <a:pt x="369810" y="151268"/>
                    <a:pt x="369045" y="150504"/>
                    <a:pt x="368279" y="149958"/>
                  </a:cubicBezTo>
                  <a:cubicBezTo>
                    <a:pt x="366420" y="148756"/>
                    <a:pt x="364014" y="148538"/>
                    <a:pt x="362045" y="149521"/>
                  </a:cubicBezTo>
                  <a:cubicBezTo>
                    <a:pt x="353404" y="153343"/>
                    <a:pt x="344764" y="155309"/>
                    <a:pt x="336451" y="155309"/>
                  </a:cubicBezTo>
                  <a:cubicBezTo>
                    <a:pt x="321686" y="155309"/>
                    <a:pt x="308342" y="149302"/>
                    <a:pt x="296749" y="137288"/>
                  </a:cubicBezTo>
                  <a:cubicBezTo>
                    <a:pt x="287452" y="127786"/>
                    <a:pt x="275311" y="122871"/>
                    <a:pt x="260655" y="122871"/>
                  </a:cubicBezTo>
                  <a:close/>
                  <a:moveTo>
                    <a:pt x="275311" y="0"/>
                  </a:moveTo>
                  <a:lnTo>
                    <a:pt x="308014" y="0"/>
                  </a:lnTo>
                  <a:cubicBezTo>
                    <a:pt x="363795" y="0"/>
                    <a:pt x="409185" y="45326"/>
                    <a:pt x="409185" y="101027"/>
                  </a:cubicBezTo>
                  <a:lnTo>
                    <a:pt x="409185" y="132701"/>
                  </a:lnTo>
                  <a:cubicBezTo>
                    <a:pt x="412904" y="137944"/>
                    <a:pt x="414982" y="144278"/>
                    <a:pt x="414982" y="150722"/>
                  </a:cubicBezTo>
                  <a:lnTo>
                    <a:pt x="414982" y="173331"/>
                  </a:lnTo>
                  <a:cubicBezTo>
                    <a:pt x="414982" y="182505"/>
                    <a:pt x="410826" y="191352"/>
                    <a:pt x="403826" y="197140"/>
                  </a:cubicBezTo>
                  <a:cubicBezTo>
                    <a:pt x="402076" y="202820"/>
                    <a:pt x="399888" y="208608"/>
                    <a:pt x="397263" y="214288"/>
                  </a:cubicBezTo>
                  <a:cubicBezTo>
                    <a:pt x="392013" y="227940"/>
                    <a:pt x="384576" y="242029"/>
                    <a:pt x="375498" y="255136"/>
                  </a:cubicBezTo>
                  <a:cubicBezTo>
                    <a:pt x="371670" y="260706"/>
                    <a:pt x="366639" y="267368"/>
                    <a:pt x="360732" y="273922"/>
                  </a:cubicBezTo>
                  <a:cubicBezTo>
                    <a:pt x="366092" y="277853"/>
                    <a:pt x="370029" y="282331"/>
                    <a:pt x="371670" y="287574"/>
                  </a:cubicBezTo>
                  <a:lnTo>
                    <a:pt x="432919" y="306141"/>
                  </a:lnTo>
                  <a:cubicBezTo>
                    <a:pt x="426685" y="377243"/>
                    <a:pt x="366748" y="433272"/>
                    <a:pt x="294014" y="433272"/>
                  </a:cubicBezTo>
                  <a:cubicBezTo>
                    <a:pt x="220734" y="433272"/>
                    <a:pt x="160469" y="376478"/>
                    <a:pt x="154891" y="304721"/>
                  </a:cubicBezTo>
                  <a:lnTo>
                    <a:pt x="211656" y="287574"/>
                  </a:lnTo>
                  <a:cubicBezTo>
                    <a:pt x="213297" y="282331"/>
                    <a:pt x="217234" y="277853"/>
                    <a:pt x="222593" y="273922"/>
                  </a:cubicBezTo>
                  <a:cubicBezTo>
                    <a:pt x="216687" y="267368"/>
                    <a:pt x="211656" y="260706"/>
                    <a:pt x="207828" y="255136"/>
                  </a:cubicBezTo>
                  <a:cubicBezTo>
                    <a:pt x="198750" y="242029"/>
                    <a:pt x="191312" y="227940"/>
                    <a:pt x="186063" y="214288"/>
                  </a:cubicBezTo>
                  <a:cubicBezTo>
                    <a:pt x="183438" y="208608"/>
                    <a:pt x="181250" y="202820"/>
                    <a:pt x="179500" y="197140"/>
                  </a:cubicBezTo>
                  <a:cubicBezTo>
                    <a:pt x="172500" y="191242"/>
                    <a:pt x="168344" y="182505"/>
                    <a:pt x="168344" y="173331"/>
                  </a:cubicBezTo>
                  <a:lnTo>
                    <a:pt x="168344" y="150722"/>
                  </a:lnTo>
                  <a:cubicBezTo>
                    <a:pt x="168344" y="144278"/>
                    <a:pt x="170422" y="137944"/>
                    <a:pt x="174141" y="132701"/>
                  </a:cubicBezTo>
                  <a:lnTo>
                    <a:pt x="174141" y="101027"/>
                  </a:lnTo>
                  <a:cubicBezTo>
                    <a:pt x="174141" y="45326"/>
                    <a:pt x="219531" y="0"/>
                    <a:pt x="275311"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2" name="îṣlïḑe">
              <a:extLst>
                <a:ext uri="{FF2B5EF4-FFF2-40B4-BE49-F238E27FC236}">
                  <a16:creationId xmlns:a16="http://schemas.microsoft.com/office/drawing/2014/main" id="{D47972B7-0EF9-478E-8154-F8E1038A7BBE}"/>
                </a:ext>
              </a:extLst>
            </p:cNvPr>
            <p:cNvSpPr/>
            <p:nvPr/>
          </p:nvSpPr>
          <p:spPr>
            <a:xfrm>
              <a:off x="7525407" y="2463359"/>
              <a:ext cx="519972" cy="422716"/>
            </a:xfrm>
            <a:custGeom>
              <a:avLst/>
              <a:gdLst>
                <a:gd name="connsiteX0" fmla="*/ 390482 w 564166"/>
                <a:gd name="connsiteY0" fmla="*/ 307997 h 458643"/>
                <a:gd name="connsiteX1" fmla="*/ 403395 w 564166"/>
                <a:gd name="connsiteY1" fmla="*/ 307997 h 458643"/>
                <a:gd name="connsiteX2" fmla="*/ 439265 w 564166"/>
                <a:gd name="connsiteY2" fmla="*/ 353908 h 458643"/>
                <a:gd name="connsiteX3" fmla="*/ 434961 w 564166"/>
                <a:gd name="connsiteY3" fmla="*/ 361082 h 458643"/>
                <a:gd name="connsiteX4" fmla="*/ 419178 w 564166"/>
                <a:gd name="connsiteY4" fmla="*/ 361082 h 458643"/>
                <a:gd name="connsiteX5" fmla="*/ 492353 w 564166"/>
                <a:gd name="connsiteY5" fmla="*/ 419905 h 458643"/>
                <a:gd name="connsiteX6" fmla="*/ 512440 w 564166"/>
                <a:gd name="connsiteY6" fmla="*/ 438557 h 458643"/>
                <a:gd name="connsiteX7" fmla="*/ 492353 w 564166"/>
                <a:gd name="connsiteY7" fmla="*/ 458643 h 458643"/>
                <a:gd name="connsiteX8" fmla="*/ 379004 w 564166"/>
                <a:gd name="connsiteY8" fmla="*/ 361082 h 458643"/>
                <a:gd name="connsiteX9" fmla="*/ 358916 w 564166"/>
                <a:gd name="connsiteY9" fmla="*/ 361082 h 458643"/>
                <a:gd name="connsiteX10" fmla="*/ 354612 w 564166"/>
                <a:gd name="connsiteY10" fmla="*/ 353908 h 458643"/>
                <a:gd name="connsiteX11" fmla="*/ 277051 w 564166"/>
                <a:gd name="connsiteY11" fmla="*/ 307997 h 458643"/>
                <a:gd name="connsiteX12" fmla="*/ 288553 w 564166"/>
                <a:gd name="connsiteY12" fmla="*/ 307997 h 458643"/>
                <a:gd name="connsiteX13" fmla="*/ 324497 w 564166"/>
                <a:gd name="connsiteY13" fmla="*/ 353908 h 458643"/>
                <a:gd name="connsiteX14" fmla="*/ 320183 w 564166"/>
                <a:gd name="connsiteY14" fmla="*/ 361082 h 458643"/>
                <a:gd name="connsiteX15" fmla="*/ 301493 w 564166"/>
                <a:gd name="connsiteY15" fmla="*/ 361082 h 458643"/>
                <a:gd name="connsiteX16" fmla="*/ 301493 w 564166"/>
                <a:gd name="connsiteY16" fmla="*/ 438557 h 458643"/>
                <a:gd name="connsiteX17" fmla="*/ 282802 w 564166"/>
                <a:gd name="connsiteY17" fmla="*/ 458643 h 458643"/>
                <a:gd name="connsiteX18" fmla="*/ 262673 w 564166"/>
                <a:gd name="connsiteY18" fmla="*/ 438557 h 458643"/>
                <a:gd name="connsiteX19" fmla="*/ 262673 w 564166"/>
                <a:gd name="connsiteY19" fmla="*/ 361082 h 458643"/>
                <a:gd name="connsiteX20" fmla="*/ 243982 w 564166"/>
                <a:gd name="connsiteY20" fmla="*/ 361082 h 458643"/>
                <a:gd name="connsiteX21" fmla="*/ 239669 w 564166"/>
                <a:gd name="connsiteY21" fmla="*/ 353908 h 458643"/>
                <a:gd name="connsiteX22" fmla="*/ 162189 w 564166"/>
                <a:gd name="connsiteY22" fmla="*/ 307997 h 458643"/>
                <a:gd name="connsiteX23" fmla="*/ 173671 w 564166"/>
                <a:gd name="connsiteY23" fmla="*/ 307997 h 458643"/>
                <a:gd name="connsiteX24" fmla="*/ 209554 w 564166"/>
                <a:gd name="connsiteY24" fmla="*/ 353908 h 458643"/>
                <a:gd name="connsiteX25" fmla="*/ 205248 w 564166"/>
                <a:gd name="connsiteY25" fmla="*/ 361082 h 458643"/>
                <a:gd name="connsiteX26" fmla="*/ 185154 w 564166"/>
                <a:gd name="connsiteY26" fmla="*/ 361082 h 458643"/>
                <a:gd name="connsiteX27" fmla="*/ 71765 w 564166"/>
                <a:gd name="connsiteY27" fmla="*/ 458643 h 458643"/>
                <a:gd name="connsiteX28" fmla="*/ 53106 w 564166"/>
                <a:gd name="connsiteY28" fmla="*/ 438557 h 458643"/>
                <a:gd name="connsiteX29" fmla="*/ 71765 w 564166"/>
                <a:gd name="connsiteY29" fmla="*/ 419905 h 458643"/>
                <a:gd name="connsiteX30" fmla="*/ 146401 w 564166"/>
                <a:gd name="connsiteY30" fmla="*/ 361082 h 458643"/>
                <a:gd name="connsiteX31" fmla="*/ 129177 w 564166"/>
                <a:gd name="connsiteY31" fmla="*/ 361082 h 458643"/>
                <a:gd name="connsiteX32" fmla="*/ 124871 w 564166"/>
                <a:gd name="connsiteY32" fmla="*/ 353908 h 458643"/>
                <a:gd name="connsiteX33" fmla="*/ 340222 w 564166"/>
                <a:gd name="connsiteY33" fmla="*/ 0 h 458643"/>
                <a:gd name="connsiteX34" fmla="*/ 453630 w 564166"/>
                <a:gd name="connsiteY34" fmla="*/ 118973 h 458643"/>
                <a:gd name="connsiteX35" fmla="*/ 525407 w 564166"/>
                <a:gd name="connsiteY35" fmla="*/ 179176 h 458643"/>
                <a:gd name="connsiteX36" fmla="*/ 564166 w 564166"/>
                <a:gd name="connsiteY36" fmla="*/ 232212 h 458643"/>
                <a:gd name="connsiteX37" fmla="*/ 518229 w 564166"/>
                <a:gd name="connsiteY37" fmla="*/ 286681 h 458643"/>
                <a:gd name="connsiteX38" fmla="*/ 45937 w 564166"/>
                <a:gd name="connsiteY38" fmla="*/ 286681 h 458643"/>
                <a:gd name="connsiteX39" fmla="*/ 0 w 564166"/>
                <a:gd name="connsiteY39" fmla="*/ 232212 h 458643"/>
                <a:gd name="connsiteX40" fmla="*/ 45937 w 564166"/>
                <a:gd name="connsiteY40" fmla="*/ 179176 h 458643"/>
                <a:gd name="connsiteX41" fmla="*/ 111972 w 564166"/>
                <a:gd name="connsiteY41" fmla="*/ 103205 h 458643"/>
                <a:gd name="connsiteX42" fmla="*/ 134941 w 564166"/>
                <a:gd name="connsiteY42" fmla="*/ 107505 h 458643"/>
                <a:gd name="connsiteX43" fmla="*/ 209589 w 564166"/>
                <a:gd name="connsiteY43" fmla="*/ 22934 h 458643"/>
                <a:gd name="connsiteX44" fmla="*/ 256961 w 564166"/>
                <a:gd name="connsiteY44" fmla="*/ 43002 h 458643"/>
                <a:gd name="connsiteX45" fmla="*/ 340222 w 564166"/>
                <a:gd name="connsiteY45" fmla="*/ 0 h 45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64166" h="458643">
                  <a:moveTo>
                    <a:pt x="390482" y="307997"/>
                  </a:moveTo>
                  <a:cubicBezTo>
                    <a:pt x="394786" y="303693"/>
                    <a:pt x="399091" y="303693"/>
                    <a:pt x="403395" y="307997"/>
                  </a:cubicBezTo>
                  <a:lnTo>
                    <a:pt x="439265" y="353908"/>
                  </a:lnTo>
                  <a:cubicBezTo>
                    <a:pt x="442135" y="358212"/>
                    <a:pt x="440700" y="361082"/>
                    <a:pt x="434961" y="361082"/>
                  </a:cubicBezTo>
                  <a:lnTo>
                    <a:pt x="419178" y="361082"/>
                  </a:lnTo>
                  <a:cubicBezTo>
                    <a:pt x="426352" y="394081"/>
                    <a:pt x="456483" y="419905"/>
                    <a:pt x="492353" y="419905"/>
                  </a:cubicBezTo>
                  <a:cubicBezTo>
                    <a:pt x="503831" y="419905"/>
                    <a:pt x="512440" y="428514"/>
                    <a:pt x="512440" y="438557"/>
                  </a:cubicBezTo>
                  <a:cubicBezTo>
                    <a:pt x="512440" y="450035"/>
                    <a:pt x="503831" y="458643"/>
                    <a:pt x="492353" y="458643"/>
                  </a:cubicBezTo>
                  <a:cubicBezTo>
                    <a:pt x="434961" y="458643"/>
                    <a:pt x="387612" y="415601"/>
                    <a:pt x="379004" y="361082"/>
                  </a:cubicBezTo>
                  <a:lnTo>
                    <a:pt x="358916" y="361082"/>
                  </a:lnTo>
                  <a:cubicBezTo>
                    <a:pt x="353177" y="361082"/>
                    <a:pt x="351742" y="358212"/>
                    <a:pt x="354612" y="353908"/>
                  </a:cubicBezTo>
                  <a:close/>
                  <a:moveTo>
                    <a:pt x="277051" y="307997"/>
                  </a:moveTo>
                  <a:cubicBezTo>
                    <a:pt x="279926" y="303693"/>
                    <a:pt x="285677" y="303693"/>
                    <a:pt x="288553" y="307997"/>
                  </a:cubicBezTo>
                  <a:lnTo>
                    <a:pt x="324497" y="353908"/>
                  </a:lnTo>
                  <a:cubicBezTo>
                    <a:pt x="327372" y="358212"/>
                    <a:pt x="325934" y="361082"/>
                    <a:pt x="320183" y="361082"/>
                  </a:cubicBezTo>
                  <a:lnTo>
                    <a:pt x="301493" y="361082"/>
                  </a:lnTo>
                  <a:lnTo>
                    <a:pt x="301493" y="438557"/>
                  </a:lnTo>
                  <a:cubicBezTo>
                    <a:pt x="301493" y="450035"/>
                    <a:pt x="292866" y="458643"/>
                    <a:pt x="282802" y="458643"/>
                  </a:cubicBezTo>
                  <a:cubicBezTo>
                    <a:pt x="271300" y="458643"/>
                    <a:pt x="262673" y="450035"/>
                    <a:pt x="262673" y="438557"/>
                  </a:cubicBezTo>
                  <a:lnTo>
                    <a:pt x="262673" y="361082"/>
                  </a:lnTo>
                  <a:lnTo>
                    <a:pt x="243982" y="361082"/>
                  </a:lnTo>
                  <a:cubicBezTo>
                    <a:pt x="238231" y="361082"/>
                    <a:pt x="236793" y="358212"/>
                    <a:pt x="239669" y="353908"/>
                  </a:cubicBezTo>
                  <a:close/>
                  <a:moveTo>
                    <a:pt x="162189" y="307997"/>
                  </a:moveTo>
                  <a:cubicBezTo>
                    <a:pt x="165059" y="303693"/>
                    <a:pt x="169365" y="303693"/>
                    <a:pt x="173671" y="307997"/>
                  </a:cubicBezTo>
                  <a:lnTo>
                    <a:pt x="209554" y="353908"/>
                  </a:lnTo>
                  <a:cubicBezTo>
                    <a:pt x="212424" y="358212"/>
                    <a:pt x="210989" y="361082"/>
                    <a:pt x="205248" y="361082"/>
                  </a:cubicBezTo>
                  <a:lnTo>
                    <a:pt x="185154" y="361082"/>
                  </a:lnTo>
                  <a:cubicBezTo>
                    <a:pt x="176542" y="415601"/>
                    <a:pt x="129177" y="458643"/>
                    <a:pt x="71765" y="458643"/>
                  </a:cubicBezTo>
                  <a:cubicBezTo>
                    <a:pt x="61718" y="458643"/>
                    <a:pt x="53106" y="450035"/>
                    <a:pt x="53106" y="438557"/>
                  </a:cubicBezTo>
                  <a:cubicBezTo>
                    <a:pt x="53106" y="428514"/>
                    <a:pt x="61718" y="419905"/>
                    <a:pt x="71765" y="419905"/>
                  </a:cubicBezTo>
                  <a:cubicBezTo>
                    <a:pt x="107648" y="419905"/>
                    <a:pt x="137789" y="394081"/>
                    <a:pt x="146401" y="361082"/>
                  </a:cubicBezTo>
                  <a:lnTo>
                    <a:pt x="129177" y="361082"/>
                  </a:lnTo>
                  <a:cubicBezTo>
                    <a:pt x="123436" y="361082"/>
                    <a:pt x="122001" y="358212"/>
                    <a:pt x="124871" y="353908"/>
                  </a:cubicBezTo>
                  <a:close/>
                  <a:moveTo>
                    <a:pt x="340222" y="0"/>
                  </a:moveTo>
                  <a:cubicBezTo>
                    <a:pt x="399079" y="0"/>
                    <a:pt x="447888" y="51603"/>
                    <a:pt x="453630" y="118973"/>
                  </a:cubicBezTo>
                  <a:cubicBezTo>
                    <a:pt x="488083" y="118973"/>
                    <a:pt x="515358" y="144774"/>
                    <a:pt x="525407" y="179176"/>
                  </a:cubicBezTo>
                  <a:cubicBezTo>
                    <a:pt x="546940" y="183476"/>
                    <a:pt x="564166" y="204977"/>
                    <a:pt x="564166" y="232212"/>
                  </a:cubicBezTo>
                  <a:cubicBezTo>
                    <a:pt x="564166" y="262313"/>
                    <a:pt x="544069" y="286681"/>
                    <a:pt x="518229" y="286681"/>
                  </a:cubicBezTo>
                  <a:lnTo>
                    <a:pt x="45937" y="286681"/>
                  </a:lnTo>
                  <a:cubicBezTo>
                    <a:pt x="20097" y="286681"/>
                    <a:pt x="0" y="262313"/>
                    <a:pt x="0" y="232212"/>
                  </a:cubicBezTo>
                  <a:cubicBezTo>
                    <a:pt x="0" y="202110"/>
                    <a:pt x="20097" y="179176"/>
                    <a:pt x="45937" y="179176"/>
                  </a:cubicBezTo>
                  <a:cubicBezTo>
                    <a:pt x="45937" y="136173"/>
                    <a:pt x="76084" y="103205"/>
                    <a:pt x="111972" y="103205"/>
                  </a:cubicBezTo>
                  <a:cubicBezTo>
                    <a:pt x="119150" y="103205"/>
                    <a:pt x="127763" y="104639"/>
                    <a:pt x="134941" y="107505"/>
                  </a:cubicBezTo>
                  <a:cubicBezTo>
                    <a:pt x="134941" y="60203"/>
                    <a:pt x="169394" y="22934"/>
                    <a:pt x="209589" y="22934"/>
                  </a:cubicBezTo>
                  <a:cubicBezTo>
                    <a:pt x="228251" y="22934"/>
                    <a:pt x="244042" y="30102"/>
                    <a:pt x="256961" y="43002"/>
                  </a:cubicBezTo>
                  <a:cubicBezTo>
                    <a:pt x="278494" y="15767"/>
                    <a:pt x="307205" y="0"/>
                    <a:pt x="340222"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23" name="ïşļîḓè">
              <a:extLst>
                <a:ext uri="{FF2B5EF4-FFF2-40B4-BE49-F238E27FC236}">
                  <a16:creationId xmlns:a16="http://schemas.microsoft.com/office/drawing/2014/main" id="{043AB2E2-323A-4E84-B9C1-F2ED1E853B7E}"/>
                </a:ext>
              </a:extLst>
            </p:cNvPr>
            <p:cNvSpPr txBox="1"/>
            <p:nvPr/>
          </p:nvSpPr>
          <p:spPr>
            <a:xfrm>
              <a:off x="6838880" y="3551657"/>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4" name="îṧḷídé">
              <a:extLst>
                <a:ext uri="{FF2B5EF4-FFF2-40B4-BE49-F238E27FC236}">
                  <a16:creationId xmlns:a16="http://schemas.microsoft.com/office/drawing/2014/main" id="{043AB2E2-323A-4E84-B9C1-F2ED1E853B7E}"/>
                </a:ext>
              </a:extLst>
            </p:cNvPr>
            <p:cNvSpPr txBox="1"/>
            <p:nvPr/>
          </p:nvSpPr>
          <p:spPr>
            <a:xfrm>
              <a:off x="6838880" y="4850232"/>
              <a:ext cx="1893026" cy="1267668"/>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6"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项目情况介绍</a:t>
              </a:r>
            </a:p>
          </p:txBody>
        </p:sp>
        <p:sp>
          <p:nvSpPr>
            <p:cNvPr id="27"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8" name="椭圆 27">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15162709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5F41225-4C3B-ECA7-8665-BD3FD8A4FE11}"/>
              </a:ext>
            </a:extLst>
          </p:cNvPr>
          <p:cNvGrpSpPr/>
          <p:nvPr/>
        </p:nvGrpSpPr>
        <p:grpSpPr>
          <a:xfrm>
            <a:off x="1125294" y="1417679"/>
            <a:ext cx="9928711" cy="4429042"/>
            <a:chOff x="1125294" y="1417679"/>
            <a:chExt cx="9928711" cy="4429042"/>
          </a:xfrm>
        </p:grpSpPr>
        <p:sp>
          <p:nvSpPr>
            <p:cNvPr id="4" name="椭圆 3">
              <a:extLst>
                <a:ext uri="{FF2B5EF4-FFF2-40B4-BE49-F238E27FC236}">
                  <a16:creationId xmlns:a16="http://schemas.microsoft.com/office/drawing/2014/main" id="{BCF18963-D754-A03E-A33B-3361CC759146}"/>
                </a:ext>
              </a:extLst>
            </p:cNvPr>
            <p:cNvSpPr/>
            <p:nvPr/>
          </p:nvSpPr>
          <p:spPr>
            <a:xfrm>
              <a:off x="1125294" y="2127570"/>
              <a:ext cx="3015342" cy="3015342"/>
            </a:xfrm>
            <a:prstGeom prst="ellipse">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SzPct val="25000"/>
              </a:pPr>
              <a:endParaRPr lang="en-US" altLang="zh-CN" sz="24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a:extLst>
                <a:ext uri="{FF2B5EF4-FFF2-40B4-BE49-F238E27FC236}">
                  <a16:creationId xmlns:a16="http://schemas.microsoft.com/office/drawing/2014/main" id="{3E333485-CEA3-570B-91A0-9A530B093730}"/>
                </a:ext>
              </a:extLst>
            </p:cNvPr>
            <p:cNvGrpSpPr/>
            <p:nvPr/>
          </p:nvGrpSpPr>
          <p:grpSpPr>
            <a:xfrm>
              <a:off x="4142614" y="1996105"/>
              <a:ext cx="1353565" cy="3281020"/>
              <a:chOff x="4607509" y="2219510"/>
              <a:chExt cx="1353565" cy="2634254"/>
            </a:xfrm>
          </p:grpSpPr>
          <p:cxnSp>
            <p:nvCxnSpPr>
              <p:cNvPr id="27" name="直接箭头连接符 26">
                <a:extLst>
                  <a:ext uri="{FF2B5EF4-FFF2-40B4-BE49-F238E27FC236}">
                    <a16:creationId xmlns:a16="http://schemas.microsoft.com/office/drawing/2014/main" id="{467C1940-CCA6-AF40-BDBA-6BAAAE75E637}"/>
                  </a:ext>
                </a:extLst>
              </p:cNvPr>
              <p:cNvCxnSpPr>
                <a:cxnSpLocks/>
                <a:stCxn id="19" idx="1"/>
              </p:cNvCxnSpPr>
              <p:nvPr/>
            </p:nvCxnSpPr>
            <p:spPr>
              <a:xfrm flipH="1">
                <a:off x="4607509" y="3534729"/>
                <a:ext cx="1353565" cy="1908"/>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6">
                <a:extLst>
                  <a:ext uri="{FF2B5EF4-FFF2-40B4-BE49-F238E27FC236}">
                    <a16:creationId xmlns:a16="http://schemas.microsoft.com/office/drawing/2014/main" id="{14C30025-C202-16B5-608C-781A3F478BB5}"/>
                  </a:ext>
                </a:extLst>
              </p:cNvPr>
              <p:cNvCxnSpPr>
                <a:cxnSpLocks/>
              </p:cNvCxnSpPr>
              <p:nvPr/>
            </p:nvCxnSpPr>
            <p:spPr>
              <a:xfrm>
                <a:off x="5281681" y="2219510"/>
                <a:ext cx="0" cy="2634254"/>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箭头连接符 6">
                <a:extLst>
                  <a:ext uri="{FF2B5EF4-FFF2-40B4-BE49-F238E27FC236}">
                    <a16:creationId xmlns:a16="http://schemas.microsoft.com/office/drawing/2014/main" id="{6D50AB33-518C-F44A-E6BD-04F20FA81F89}"/>
                  </a:ext>
                </a:extLst>
              </p:cNvPr>
              <p:cNvCxnSpPr>
                <a:cxnSpLocks/>
              </p:cNvCxnSpPr>
              <p:nvPr/>
            </p:nvCxnSpPr>
            <p:spPr>
              <a:xfrm flipH="1">
                <a:off x="5277724" y="2219510"/>
                <a:ext cx="683326" cy="0"/>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 name="直接箭头连接符 6">
                <a:extLst>
                  <a:ext uri="{FF2B5EF4-FFF2-40B4-BE49-F238E27FC236}">
                    <a16:creationId xmlns:a16="http://schemas.microsoft.com/office/drawing/2014/main" id="{3D591656-5392-AFEF-A8FB-E2B145A3BB6C}"/>
                  </a:ext>
                </a:extLst>
              </p:cNvPr>
              <p:cNvCxnSpPr>
                <a:cxnSpLocks/>
              </p:cNvCxnSpPr>
              <p:nvPr/>
            </p:nvCxnSpPr>
            <p:spPr>
              <a:xfrm flipH="1">
                <a:off x="5277724" y="4853764"/>
                <a:ext cx="683326" cy="0"/>
              </a:xfrm>
              <a:prstGeom prst="straightConnector1">
                <a:avLst/>
              </a:prstGeom>
              <a:ln w="15875">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8F1AC20E-09B7-30BC-32F0-FF0A05C2D360}"/>
                </a:ext>
              </a:extLst>
            </p:cNvPr>
            <p:cNvGrpSpPr/>
            <p:nvPr/>
          </p:nvGrpSpPr>
          <p:grpSpPr>
            <a:xfrm>
              <a:off x="5496179" y="1417679"/>
              <a:ext cx="5557826" cy="1191060"/>
              <a:chOff x="5961074" y="1417404"/>
              <a:chExt cx="5557826" cy="1191060"/>
            </a:xfrm>
          </p:grpSpPr>
          <p:sp>
            <p:nvSpPr>
              <p:cNvPr id="21" name="矩形: 圆角 50">
                <a:extLst>
                  <a:ext uri="{FF2B5EF4-FFF2-40B4-BE49-F238E27FC236}">
                    <a16:creationId xmlns:a16="http://schemas.microsoft.com/office/drawing/2014/main" id="{8319CB54-585D-C9B9-09C8-91B6CF6A42F6}"/>
                  </a:ext>
                </a:extLst>
              </p:cNvPr>
              <p:cNvSpPr/>
              <p:nvPr/>
            </p:nvSpPr>
            <p:spPr>
              <a:xfrm>
                <a:off x="6223000" y="1417404"/>
                <a:ext cx="5295900" cy="1191060"/>
              </a:xfrm>
              <a:prstGeom prst="roundRect">
                <a:avLst>
                  <a:gd name="adj" fmla="val 10000"/>
                </a:avLst>
              </a:prstGeom>
              <a:solidFill>
                <a:schemeClr val="accent1">
                  <a:alpha val="15000"/>
                </a:schemeClr>
              </a:solidFill>
              <a:ln w="6055" cap="flat">
                <a:noFill/>
                <a:prstDash val="solid"/>
                <a:miter/>
              </a:ln>
            </p:spPr>
            <p:txBody>
              <a:bodyPr rtlCol="0" anchor="ct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矩形 21">
                <a:extLst>
                  <a:ext uri="{FF2B5EF4-FFF2-40B4-BE49-F238E27FC236}">
                    <a16:creationId xmlns:a16="http://schemas.microsoft.com/office/drawing/2014/main" id="{22A7029C-9E91-5C8E-1F5A-B7BDA7C0679B}"/>
                  </a:ext>
                </a:extLst>
              </p:cNvPr>
              <p:cNvSpPr>
                <a:spLocks/>
              </p:cNvSpPr>
              <p:nvPr/>
            </p:nvSpPr>
            <p:spPr>
              <a:xfrm>
                <a:off x="6657960" y="1607194"/>
                <a:ext cx="4495551" cy="338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输入文本</a:t>
                </a:r>
                <a:endParaRPr kumimoji="1"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23" name="组合 22">
                <a:extLst>
                  <a:ext uri="{FF2B5EF4-FFF2-40B4-BE49-F238E27FC236}">
                    <a16:creationId xmlns:a16="http://schemas.microsoft.com/office/drawing/2014/main" id="{B8D0C693-55B0-CF88-2D7B-ED8381A7FDB8}"/>
                  </a:ext>
                </a:extLst>
              </p:cNvPr>
              <p:cNvGrpSpPr/>
              <p:nvPr/>
            </p:nvGrpSpPr>
            <p:grpSpPr>
              <a:xfrm>
                <a:off x="5961074" y="1742934"/>
                <a:ext cx="540000" cy="540000"/>
                <a:chOff x="4961074" y="4460188"/>
                <a:chExt cx="540000" cy="540000"/>
              </a:xfrm>
            </p:grpSpPr>
            <p:sp>
              <p:nvSpPr>
                <p:cNvPr id="25" name="文本框 24">
                  <a:extLst>
                    <a:ext uri="{FF2B5EF4-FFF2-40B4-BE49-F238E27FC236}">
                      <a16:creationId xmlns:a16="http://schemas.microsoft.com/office/drawing/2014/main" id="{ED35B8F2-EBFE-D8DD-196D-EE7F1754DA65}"/>
                    </a:ext>
                  </a:extLst>
                </p:cNvPr>
                <p:cNvSpPr txBox="1">
                  <a:spLocks noChangeAspect="1"/>
                </p:cNvSpPr>
                <p:nvPr/>
              </p:nvSpPr>
              <p:spPr>
                <a:xfrm>
                  <a:off x="4961074" y="4460188"/>
                  <a:ext cx="540000" cy="540000"/>
                </a:xfrm>
                <a:prstGeom prst="roundRect">
                  <a:avLst>
                    <a:gd name="adj" fmla="val 50000"/>
                  </a:avLst>
                </a:prstGeom>
                <a:solidFill>
                  <a:schemeClr val="accent1"/>
                </a:solidFill>
              </p:spPr>
              <p:txBody>
                <a:bodyPr wrap="none" lIns="108000" tIns="108000" rIns="108000" bIns="108000" rtlCol="0" anchor="ctr" anchorCtr="0">
                  <a:noAutofit/>
                </a:bodyPr>
                <a:lstStyle/>
                <a:p>
                  <a:pPr algn="ctr"/>
                  <a:endParaRPr kumimoji="1"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任意多边形: 形状 39">
                  <a:extLst>
                    <a:ext uri="{FF2B5EF4-FFF2-40B4-BE49-F238E27FC236}">
                      <a16:creationId xmlns:a16="http://schemas.microsoft.com/office/drawing/2014/main" id="{C8401867-EF01-9EEA-C6CA-7685E5A836A2}"/>
                    </a:ext>
                  </a:extLst>
                </p:cNvPr>
                <p:cNvSpPr/>
                <p:nvPr/>
              </p:nvSpPr>
              <p:spPr>
                <a:xfrm>
                  <a:off x="5117960" y="4592485"/>
                  <a:ext cx="226228" cy="275406"/>
                </a:xfrm>
                <a:custGeom>
                  <a:avLst/>
                  <a:gdLst>
                    <a:gd name="connsiteX0" fmla="*/ 284197 w 438150"/>
                    <a:gd name="connsiteY0" fmla="*/ 621 h 533400"/>
                    <a:gd name="connsiteX1" fmla="*/ 286102 w 438150"/>
                    <a:gd name="connsiteY1" fmla="*/ 621 h 533400"/>
                    <a:gd name="connsiteX2" fmla="*/ 286102 w 438150"/>
                    <a:gd name="connsiteY2" fmla="*/ 124446 h 533400"/>
                    <a:gd name="connsiteX3" fmla="*/ 286102 w 438150"/>
                    <a:gd name="connsiteY3" fmla="*/ 126351 h 533400"/>
                    <a:gd name="connsiteX4" fmla="*/ 314677 w 438150"/>
                    <a:gd name="connsiteY4" fmla="*/ 153021 h 533400"/>
                    <a:gd name="connsiteX5" fmla="*/ 314677 w 438150"/>
                    <a:gd name="connsiteY5" fmla="*/ 153021 h 533400"/>
                    <a:gd name="connsiteX6" fmla="*/ 438502 w 438150"/>
                    <a:gd name="connsiteY6" fmla="*/ 153021 h 533400"/>
                    <a:gd name="connsiteX7" fmla="*/ 438502 w 438150"/>
                    <a:gd name="connsiteY7" fmla="*/ 154926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4197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49907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724 w 438150"/>
                    <a:gd name="connsiteY34" fmla="*/ 133971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4" name="矩形 23">
                <a:extLst>
                  <a:ext uri="{FF2B5EF4-FFF2-40B4-BE49-F238E27FC236}">
                    <a16:creationId xmlns:a16="http://schemas.microsoft.com/office/drawing/2014/main" id="{4A962314-BA53-87BC-79A2-8513441ED818}"/>
                  </a:ext>
                </a:extLst>
              </p:cNvPr>
              <p:cNvSpPr>
                <a:spLocks/>
              </p:cNvSpPr>
              <p:nvPr/>
            </p:nvSpPr>
            <p:spPr>
              <a:xfrm>
                <a:off x="6657960" y="1945747"/>
                <a:ext cx="4495551" cy="58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70000"/>
                  </a:lnSpc>
                  <a:defRPr/>
                </a:pPr>
                <a:r>
                  <a:rPr lang="zh-CN" altLang="en-US" sz="1000" dirty="0">
                    <a:solidFill>
                      <a:schemeClr val="tx1">
                        <a:lumMod val="50000"/>
                        <a:lumOff val="50000"/>
                      </a:schemeClr>
                    </a:solidFill>
                    <a:cs typeface="+mn-ea"/>
                    <a:sym typeface="+mn-lt"/>
                  </a:rPr>
                  <a:t>请替换文字内容，修改文字内容，也可以直接复制你的内容到此请替换文字内容</a:t>
                </a:r>
                <a:endParaRPr lang="en-US" altLang="zh-CN" sz="1000" dirty="0">
                  <a:solidFill>
                    <a:schemeClr val="tx1">
                      <a:lumMod val="50000"/>
                      <a:lumOff val="50000"/>
                    </a:schemeClr>
                  </a:solidFill>
                  <a:cs typeface="+mn-ea"/>
                  <a:sym typeface="+mn-lt"/>
                </a:endParaRPr>
              </a:p>
            </p:txBody>
          </p:sp>
        </p:grpSp>
        <p:grpSp>
          <p:nvGrpSpPr>
            <p:cNvPr id="7" name="组合 6">
              <a:extLst>
                <a:ext uri="{FF2B5EF4-FFF2-40B4-BE49-F238E27FC236}">
                  <a16:creationId xmlns:a16="http://schemas.microsoft.com/office/drawing/2014/main" id="{B5C9621F-5663-FA1A-6127-8735598F044B}"/>
                </a:ext>
              </a:extLst>
            </p:cNvPr>
            <p:cNvGrpSpPr/>
            <p:nvPr/>
          </p:nvGrpSpPr>
          <p:grpSpPr>
            <a:xfrm>
              <a:off x="5496179" y="3036670"/>
              <a:ext cx="5557826" cy="1191060"/>
              <a:chOff x="5961074" y="3036395"/>
              <a:chExt cx="5557826" cy="1191060"/>
            </a:xfrm>
          </p:grpSpPr>
          <p:sp>
            <p:nvSpPr>
              <p:cNvPr id="15" name="矩形: 圆角 50">
                <a:extLst>
                  <a:ext uri="{FF2B5EF4-FFF2-40B4-BE49-F238E27FC236}">
                    <a16:creationId xmlns:a16="http://schemas.microsoft.com/office/drawing/2014/main" id="{31117B17-FC5B-52E9-3F1A-8BF909EE9663}"/>
                  </a:ext>
                </a:extLst>
              </p:cNvPr>
              <p:cNvSpPr/>
              <p:nvPr/>
            </p:nvSpPr>
            <p:spPr>
              <a:xfrm>
                <a:off x="6223000" y="3036395"/>
                <a:ext cx="5295900" cy="1191060"/>
              </a:xfrm>
              <a:prstGeom prst="roundRect">
                <a:avLst>
                  <a:gd name="adj" fmla="val 10000"/>
                </a:avLst>
              </a:prstGeom>
              <a:solidFill>
                <a:schemeClr val="accent2">
                  <a:lumMod val="100000"/>
                  <a:alpha val="15000"/>
                </a:schemeClr>
              </a:solidFill>
              <a:ln w="6055" cap="flat">
                <a:noFill/>
                <a:prstDash val="solid"/>
                <a:miter/>
              </a:ln>
            </p:spPr>
            <p:txBody>
              <a:bodyPr rtlCol="0" anchor="ct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6" name="组合 15">
                <a:extLst>
                  <a:ext uri="{FF2B5EF4-FFF2-40B4-BE49-F238E27FC236}">
                    <a16:creationId xmlns:a16="http://schemas.microsoft.com/office/drawing/2014/main" id="{6821C2DF-18E0-2EE7-FCCB-3DADCC5C859B}"/>
                  </a:ext>
                </a:extLst>
              </p:cNvPr>
              <p:cNvGrpSpPr>
                <a:grpSpLocks/>
              </p:cNvGrpSpPr>
              <p:nvPr/>
            </p:nvGrpSpPr>
            <p:grpSpPr>
              <a:xfrm>
                <a:off x="5961074" y="3361925"/>
                <a:ext cx="540000" cy="540000"/>
                <a:chOff x="9090328" y="5599496"/>
                <a:chExt cx="540000" cy="540000"/>
              </a:xfrm>
            </p:grpSpPr>
            <p:sp>
              <p:nvSpPr>
                <p:cNvPr id="19" name="文本框 18">
                  <a:extLst>
                    <a:ext uri="{FF2B5EF4-FFF2-40B4-BE49-F238E27FC236}">
                      <a16:creationId xmlns:a16="http://schemas.microsoft.com/office/drawing/2014/main" id="{5A10EDB4-9457-5BC9-BE89-9C27C9BD2D39}"/>
                    </a:ext>
                  </a:extLst>
                </p:cNvPr>
                <p:cNvSpPr txBox="1">
                  <a:spLocks noChangeAspect="1"/>
                </p:cNvSpPr>
                <p:nvPr/>
              </p:nvSpPr>
              <p:spPr>
                <a:xfrm>
                  <a:off x="9090328" y="5599496"/>
                  <a:ext cx="540000" cy="540000"/>
                </a:xfrm>
                <a:prstGeom prst="roundRect">
                  <a:avLst>
                    <a:gd name="adj" fmla="val 50000"/>
                  </a:avLst>
                </a:prstGeom>
                <a:solidFill>
                  <a:schemeClr val="accent2">
                    <a:lumMod val="100000"/>
                  </a:schemeClr>
                </a:solidFill>
              </p:spPr>
              <p:txBody>
                <a:bodyPr wrap="none" lIns="108000" tIns="108000" rIns="108000" bIns="108000" rtlCol="0" anchor="ctr" anchorCtr="0">
                  <a:noAutofit/>
                </a:bodyPr>
                <a:lstStyle/>
                <a:p>
                  <a:pPr algn="ctr"/>
                  <a:endParaRPr kumimoji="1"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任意多边形: 形状 77">
                  <a:extLst>
                    <a:ext uri="{FF2B5EF4-FFF2-40B4-BE49-F238E27FC236}">
                      <a16:creationId xmlns:a16="http://schemas.microsoft.com/office/drawing/2014/main" id="{9A064417-BDE5-BB9A-1807-2F3FA7CF538C}"/>
                    </a:ext>
                  </a:extLst>
                </p:cNvPr>
                <p:cNvSpPr/>
                <p:nvPr/>
              </p:nvSpPr>
              <p:spPr>
                <a:xfrm>
                  <a:off x="9261969" y="5736711"/>
                  <a:ext cx="196718" cy="265570"/>
                </a:xfrm>
                <a:custGeom>
                  <a:avLst/>
                  <a:gdLst>
                    <a:gd name="connsiteX0" fmla="*/ 86973 w 381000"/>
                    <a:gd name="connsiteY0" fmla="*/ 38721 h 514350"/>
                    <a:gd name="connsiteX1" fmla="*/ 86973 w 381000"/>
                    <a:gd name="connsiteY1" fmla="*/ 57771 h 514350"/>
                    <a:gd name="connsiteX2" fmla="*/ 123168 w 381000"/>
                    <a:gd name="connsiteY2" fmla="*/ 95871 h 514350"/>
                    <a:gd name="connsiteX3" fmla="*/ 125073 w 381000"/>
                    <a:gd name="connsiteY3" fmla="*/ 95871 h 514350"/>
                    <a:gd name="connsiteX4" fmla="*/ 258423 w 381000"/>
                    <a:gd name="connsiteY4" fmla="*/ 95871 h 514350"/>
                    <a:gd name="connsiteX5" fmla="*/ 296523 w 381000"/>
                    <a:gd name="connsiteY5" fmla="*/ 59676 h 514350"/>
                    <a:gd name="connsiteX6" fmla="*/ 296523 w 381000"/>
                    <a:gd name="connsiteY6" fmla="*/ 57771 h 514350"/>
                    <a:gd name="connsiteX7" fmla="*/ 296523 w 381000"/>
                    <a:gd name="connsiteY7" fmla="*/ 38721 h 514350"/>
                    <a:gd name="connsiteX8" fmla="*/ 353673 w 381000"/>
                    <a:gd name="connsiteY8" fmla="*/ 38721 h 514350"/>
                    <a:gd name="connsiteX9" fmla="*/ 382248 w 381000"/>
                    <a:gd name="connsiteY9" fmla="*/ 67296 h 514350"/>
                    <a:gd name="connsiteX10" fmla="*/ 382248 w 381000"/>
                    <a:gd name="connsiteY10" fmla="*/ 486396 h 514350"/>
                    <a:gd name="connsiteX11" fmla="*/ 353673 w 381000"/>
                    <a:gd name="connsiteY11" fmla="*/ 514971 h 514350"/>
                    <a:gd name="connsiteX12" fmla="*/ 29823 w 381000"/>
                    <a:gd name="connsiteY12" fmla="*/ 514971 h 514350"/>
                    <a:gd name="connsiteX13" fmla="*/ 1248 w 381000"/>
                    <a:gd name="connsiteY13" fmla="*/ 486396 h 514350"/>
                    <a:gd name="connsiteX14" fmla="*/ 1248 w 381000"/>
                    <a:gd name="connsiteY14" fmla="*/ 67296 h 514350"/>
                    <a:gd name="connsiteX15" fmla="*/ 29823 w 381000"/>
                    <a:gd name="connsiteY15" fmla="*/ 38721 h 514350"/>
                    <a:gd name="connsiteX16" fmla="*/ 86973 w 381000"/>
                    <a:gd name="connsiteY16" fmla="*/ 38721 h 514350"/>
                    <a:gd name="connsiteX17" fmla="*/ 191748 w 381000"/>
                    <a:gd name="connsiteY17" fmla="*/ 333996 h 514350"/>
                    <a:gd name="connsiteX18" fmla="*/ 77448 w 381000"/>
                    <a:gd name="connsiteY18" fmla="*/ 333996 h 514350"/>
                    <a:gd name="connsiteX19" fmla="*/ 77448 w 381000"/>
                    <a:gd name="connsiteY19" fmla="*/ 353046 h 514350"/>
                    <a:gd name="connsiteX20" fmla="*/ 191748 w 381000"/>
                    <a:gd name="connsiteY20" fmla="*/ 353046 h 514350"/>
                    <a:gd name="connsiteX21" fmla="*/ 191748 w 381000"/>
                    <a:gd name="connsiteY21" fmla="*/ 333996 h 514350"/>
                    <a:gd name="connsiteX22" fmla="*/ 306048 w 381000"/>
                    <a:gd name="connsiteY22" fmla="*/ 257796 h 514350"/>
                    <a:gd name="connsiteX23" fmla="*/ 77448 w 381000"/>
                    <a:gd name="connsiteY23" fmla="*/ 257796 h 514350"/>
                    <a:gd name="connsiteX24" fmla="*/ 77448 w 381000"/>
                    <a:gd name="connsiteY24" fmla="*/ 276846 h 514350"/>
                    <a:gd name="connsiteX25" fmla="*/ 306048 w 381000"/>
                    <a:gd name="connsiteY25" fmla="*/ 276846 h 514350"/>
                    <a:gd name="connsiteX26" fmla="*/ 306048 w 381000"/>
                    <a:gd name="connsiteY26" fmla="*/ 257796 h 514350"/>
                    <a:gd name="connsiteX27" fmla="*/ 306048 w 381000"/>
                    <a:gd name="connsiteY27" fmla="*/ 181596 h 514350"/>
                    <a:gd name="connsiteX28" fmla="*/ 77448 w 381000"/>
                    <a:gd name="connsiteY28" fmla="*/ 181596 h 514350"/>
                    <a:gd name="connsiteX29" fmla="*/ 77448 w 381000"/>
                    <a:gd name="connsiteY29" fmla="*/ 200646 h 514350"/>
                    <a:gd name="connsiteX30" fmla="*/ 306048 w 381000"/>
                    <a:gd name="connsiteY30" fmla="*/ 200646 h 514350"/>
                    <a:gd name="connsiteX31" fmla="*/ 306048 w 381000"/>
                    <a:gd name="connsiteY31" fmla="*/ 181596 h 514350"/>
                    <a:gd name="connsiteX32" fmla="*/ 248898 w 381000"/>
                    <a:gd name="connsiteY32" fmla="*/ 621 h 514350"/>
                    <a:gd name="connsiteX33" fmla="*/ 277473 w 381000"/>
                    <a:gd name="connsiteY33" fmla="*/ 29196 h 514350"/>
                    <a:gd name="connsiteX34" fmla="*/ 277473 w 381000"/>
                    <a:gd name="connsiteY34" fmla="*/ 48246 h 514350"/>
                    <a:gd name="connsiteX35" fmla="*/ 248898 w 381000"/>
                    <a:gd name="connsiteY35" fmla="*/ 76821 h 514350"/>
                    <a:gd name="connsiteX36" fmla="*/ 134598 w 381000"/>
                    <a:gd name="connsiteY36" fmla="*/ 76821 h 514350"/>
                    <a:gd name="connsiteX37" fmla="*/ 106023 w 381000"/>
                    <a:gd name="connsiteY37" fmla="*/ 48246 h 514350"/>
                    <a:gd name="connsiteX38" fmla="*/ 106023 w 381000"/>
                    <a:gd name="connsiteY38" fmla="*/ 29196 h 514350"/>
                    <a:gd name="connsiteX39" fmla="*/ 134598 w 381000"/>
                    <a:gd name="connsiteY39" fmla="*/ 621 h 514350"/>
                    <a:gd name="connsiteX40" fmla="*/ 248898 w 381000"/>
                    <a:gd name="connsiteY40"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1000" h="514350">
                      <a:moveTo>
                        <a:pt x="86973" y="38721"/>
                      </a:moveTo>
                      <a:lnTo>
                        <a:pt x="86973" y="57771"/>
                      </a:lnTo>
                      <a:cubicBezTo>
                        <a:pt x="86973" y="77774"/>
                        <a:pt x="103166" y="94919"/>
                        <a:pt x="123168" y="95871"/>
                      </a:cubicBezTo>
                      <a:lnTo>
                        <a:pt x="125073" y="95871"/>
                      </a:lnTo>
                      <a:lnTo>
                        <a:pt x="258423" y="95871"/>
                      </a:lnTo>
                      <a:cubicBezTo>
                        <a:pt x="278426" y="95871"/>
                        <a:pt x="295570" y="79679"/>
                        <a:pt x="296523" y="59676"/>
                      </a:cubicBezTo>
                      <a:lnTo>
                        <a:pt x="296523" y="57771"/>
                      </a:lnTo>
                      <a:lnTo>
                        <a:pt x="296523" y="38721"/>
                      </a:lnTo>
                      <a:lnTo>
                        <a:pt x="353673" y="38721"/>
                      </a:lnTo>
                      <a:cubicBezTo>
                        <a:pt x="369866" y="38721"/>
                        <a:pt x="382248" y="51104"/>
                        <a:pt x="382248" y="67296"/>
                      </a:cubicBezTo>
                      <a:lnTo>
                        <a:pt x="382248" y="486396"/>
                      </a:lnTo>
                      <a:cubicBezTo>
                        <a:pt x="382248" y="502589"/>
                        <a:pt x="369866" y="514971"/>
                        <a:pt x="353673" y="514971"/>
                      </a:cubicBezTo>
                      <a:lnTo>
                        <a:pt x="29823" y="514971"/>
                      </a:lnTo>
                      <a:cubicBezTo>
                        <a:pt x="13630" y="514971"/>
                        <a:pt x="1248" y="502589"/>
                        <a:pt x="1248" y="486396"/>
                      </a:cubicBezTo>
                      <a:lnTo>
                        <a:pt x="1248" y="67296"/>
                      </a:lnTo>
                      <a:cubicBezTo>
                        <a:pt x="1248" y="51104"/>
                        <a:pt x="13630" y="38721"/>
                        <a:pt x="29823" y="38721"/>
                      </a:cubicBez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48898" y="621"/>
                      </a:moveTo>
                      <a:cubicBezTo>
                        <a:pt x="265091" y="621"/>
                        <a:pt x="277473" y="13004"/>
                        <a:pt x="277473" y="29196"/>
                      </a:cubicBezTo>
                      <a:lnTo>
                        <a:pt x="277473" y="48246"/>
                      </a:lnTo>
                      <a:cubicBezTo>
                        <a:pt x="277473" y="64439"/>
                        <a:pt x="265091" y="76821"/>
                        <a:pt x="248898" y="76821"/>
                      </a:cubicBezTo>
                      <a:lnTo>
                        <a:pt x="134598" y="76821"/>
                      </a:lnTo>
                      <a:cubicBezTo>
                        <a:pt x="118405" y="76821"/>
                        <a:pt x="106023" y="64439"/>
                        <a:pt x="106023" y="48246"/>
                      </a:cubicBezTo>
                      <a:lnTo>
                        <a:pt x="106023" y="29196"/>
                      </a:lnTo>
                      <a:cubicBezTo>
                        <a:pt x="106023" y="13004"/>
                        <a:pt x="118405" y="621"/>
                        <a:pt x="134598" y="621"/>
                      </a:cubicBezTo>
                      <a:lnTo>
                        <a:pt x="248898" y="62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7" name="矩形 16">
                <a:extLst>
                  <a:ext uri="{FF2B5EF4-FFF2-40B4-BE49-F238E27FC236}">
                    <a16:creationId xmlns:a16="http://schemas.microsoft.com/office/drawing/2014/main" id="{3502C611-E1D0-2D74-A015-DF9CD17C5690}"/>
                  </a:ext>
                </a:extLst>
              </p:cNvPr>
              <p:cNvSpPr>
                <a:spLocks/>
              </p:cNvSpPr>
              <p:nvPr/>
            </p:nvSpPr>
            <p:spPr>
              <a:xfrm>
                <a:off x="6657960" y="3226185"/>
                <a:ext cx="4495551" cy="338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输入文本</a:t>
                </a:r>
                <a:endParaRPr kumimoji="1"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矩形 17">
                <a:extLst>
                  <a:ext uri="{FF2B5EF4-FFF2-40B4-BE49-F238E27FC236}">
                    <a16:creationId xmlns:a16="http://schemas.microsoft.com/office/drawing/2014/main" id="{10C49C5E-5E21-05A2-4291-95D6D91C0BCC}"/>
                  </a:ext>
                </a:extLst>
              </p:cNvPr>
              <p:cNvSpPr>
                <a:spLocks/>
              </p:cNvSpPr>
              <p:nvPr/>
            </p:nvSpPr>
            <p:spPr>
              <a:xfrm>
                <a:off x="6657960" y="3564738"/>
                <a:ext cx="4495551" cy="58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70000"/>
                  </a:lnSpc>
                  <a:defRPr/>
                </a:pPr>
                <a:r>
                  <a:rPr lang="zh-CN" altLang="en-US" sz="1000" dirty="0">
                    <a:solidFill>
                      <a:schemeClr val="tx1">
                        <a:lumMod val="50000"/>
                        <a:lumOff val="50000"/>
                      </a:schemeClr>
                    </a:solidFill>
                    <a:cs typeface="+mn-ea"/>
                    <a:sym typeface="+mn-lt"/>
                  </a:rPr>
                  <a:t>请替换文字内容，修改文字内容，也可以直接复制你的内容到此请替换文字内容</a:t>
                </a:r>
                <a:endParaRPr lang="en-US" altLang="zh-CN" sz="1000" dirty="0">
                  <a:solidFill>
                    <a:schemeClr val="tx1">
                      <a:lumMod val="50000"/>
                      <a:lumOff val="50000"/>
                    </a:schemeClr>
                  </a:solidFill>
                  <a:cs typeface="+mn-ea"/>
                  <a:sym typeface="+mn-lt"/>
                </a:endParaRPr>
              </a:p>
            </p:txBody>
          </p:sp>
        </p:grpSp>
        <p:grpSp>
          <p:nvGrpSpPr>
            <p:cNvPr id="8" name="组合 7">
              <a:extLst>
                <a:ext uri="{FF2B5EF4-FFF2-40B4-BE49-F238E27FC236}">
                  <a16:creationId xmlns:a16="http://schemas.microsoft.com/office/drawing/2014/main" id="{E9B5A03F-431A-E890-7DE6-56585342A80B}"/>
                </a:ext>
              </a:extLst>
            </p:cNvPr>
            <p:cNvGrpSpPr/>
            <p:nvPr/>
          </p:nvGrpSpPr>
          <p:grpSpPr>
            <a:xfrm>
              <a:off x="5496179" y="4655661"/>
              <a:ext cx="5557826" cy="1191060"/>
              <a:chOff x="5961074" y="4655386"/>
              <a:chExt cx="5557826" cy="1191060"/>
            </a:xfrm>
          </p:grpSpPr>
          <p:sp>
            <p:nvSpPr>
              <p:cNvPr id="9" name="矩形: 圆角 50">
                <a:extLst>
                  <a:ext uri="{FF2B5EF4-FFF2-40B4-BE49-F238E27FC236}">
                    <a16:creationId xmlns:a16="http://schemas.microsoft.com/office/drawing/2014/main" id="{B430F7D6-6C19-EEB1-4296-D0C67A40AFD7}"/>
                  </a:ext>
                </a:extLst>
              </p:cNvPr>
              <p:cNvSpPr/>
              <p:nvPr/>
            </p:nvSpPr>
            <p:spPr>
              <a:xfrm>
                <a:off x="6223000" y="4655386"/>
                <a:ext cx="5295900" cy="1191060"/>
              </a:xfrm>
              <a:prstGeom prst="roundRect">
                <a:avLst>
                  <a:gd name="adj" fmla="val 10000"/>
                </a:avLst>
              </a:prstGeom>
              <a:solidFill>
                <a:schemeClr val="accent2">
                  <a:lumMod val="100000"/>
                  <a:alpha val="15000"/>
                </a:schemeClr>
              </a:solidFill>
              <a:ln w="6055" cap="flat">
                <a:noFill/>
                <a:prstDash val="solid"/>
                <a:miter/>
              </a:ln>
            </p:spPr>
            <p:txBody>
              <a:bodyPr rtlCol="0" anchor="ct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矩形 9">
                <a:extLst>
                  <a:ext uri="{FF2B5EF4-FFF2-40B4-BE49-F238E27FC236}">
                    <a16:creationId xmlns:a16="http://schemas.microsoft.com/office/drawing/2014/main" id="{45404D79-6DD0-E8CE-600B-E54532E0F954}"/>
                  </a:ext>
                </a:extLst>
              </p:cNvPr>
              <p:cNvSpPr>
                <a:spLocks/>
              </p:cNvSpPr>
              <p:nvPr/>
            </p:nvSpPr>
            <p:spPr>
              <a:xfrm>
                <a:off x="6657960" y="4852213"/>
                <a:ext cx="4495551" cy="338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输入文本</a:t>
                </a:r>
                <a:endParaRPr kumimoji="1"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0">
                <a:extLst>
                  <a:ext uri="{FF2B5EF4-FFF2-40B4-BE49-F238E27FC236}">
                    <a16:creationId xmlns:a16="http://schemas.microsoft.com/office/drawing/2014/main" id="{624E4DCE-675D-93CB-268C-9B2AAFEEA6FA}"/>
                  </a:ext>
                </a:extLst>
              </p:cNvPr>
              <p:cNvSpPr>
                <a:spLocks/>
              </p:cNvSpPr>
              <p:nvPr/>
            </p:nvSpPr>
            <p:spPr>
              <a:xfrm>
                <a:off x="6657960" y="5190766"/>
                <a:ext cx="4495551" cy="5807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70000"/>
                  </a:lnSpc>
                  <a:defRPr/>
                </a:pPr>
                <a:r>
                  <a:rPr lang="zh-CN" altLang="en-US" sz="1000" dirty="0">
                    <a:solidFill>
                      <a:schemeClr val="tx1">
                        <a:lumMod val="50000"/>
                        <a:lumOff val="50000"/>
                      </a:schemeClr>
                    </a:solidFill>
                    <a:cs typeface="+mn-ea"/>
                    <a:sym typeface="+mn-lt"/>
                  </a:rPr>
                  <a:t>请替换文字内容，修改文字内容，也可以直接复制你的内容到此请替换文字内容</a:t>
                </a:r>
                <a:endParaRPr lang="en-US" altLang="zh-CN" sz="1000" dirty="0">
                  <a:solidFill>
                    <a:schemeClr val="tx1">
                      <a:lumMod val="50000"/>
                      <a:lumOff val="50000"/>
                    </a:schemeClr>
                  </a:solidFill>
                  <a:cs typeface="+mn-ea"/>
                  <a:sym typeface="+mn-lt"/>
                </a:endParaRPr>
              </a:p>
            </p:txBody>
          </p:sp>
          <p:grpSp>
            <p:nvGrpSpPr>
              <p:cNvPr id="12" name="组合 11">
                <a:extLst>
                  <a:ext uri="{FF2B5EF4-FFF2-40B4-BE49-F238E27FC236}">
                    <a16:creationId xmlns:a16="http://schemas.microsoft.com/office/drawing/2014/main" id="{B07186F9-D35B-92FD-EFAC-3CCD78361F6A}"/>
                  </a:ext>
                </a:extLst>
              </p:cNvPr>
              <p:cNvGrpSpPr/>
              <p:nvPr/>
            </p:nvGrpSpPr>
            <p:grpSpPr>
              <a:xfrm>
                <a:off x="5961074" y="5014673"/>
                <a:ext cx="540000" cy="540000"/>
                <a:chOff x="4584079" y="5599496"/>
                <a:chExt cx="540000" cy="540000"/>
              </a:xfrm>
            </p:grpSpPr>
            <p:sp>
              <p:nvSpPr>
                <p:cNvPr id="13" name="文本框 12">
                  <a:extLst>
                    <a:ext uri="{FF2B5EF4-FFF2-40B4-BE49-F238E27FC236}">
                      <a16:creationId xmlns:a16="http://schemas.microsoft.com/office/drawing/2014/main" id="{3B730241-1CC1-F259-EB5B-02A6DF3E1256}"/>
                    </a:ext>
                  </a:extLst>
                </p:cNvPr>
                <p:cNvSpPr txBox="1">
                  <a:spLocks noChangeAspect="1"/>
                </p:cNvSpPr>
                <p:nvPr/>
              </p:nvSpPr>
              <p:spPr>
                <a:xfrm>
                  <a:off x="4584079" y="5599496"/>
                  <a:ext cx="540000" cy="540000"/>
                </a:xfrm>
                <a:prstGeom prst="roundRect">
                  <a:avLst>
                    <a:gd name="adj" fmla="val 50000"/>
                  </a:avLst>
                </a:prstGeom>
                <a:solidFill>
                  <a:schemeClr val="accent1"/>
                </a:solidFill>
              </p:spPr>
              <p:txBody>
                <a:bodyPr wrap="none" lIns="108000" tIns="108000" rIns="108000" bIns="108000" rtlCol="0" anchor="ctr" anchorCtr="0">
                  <a:noAutofit/>
                </a:bodyPr>
                <a:lstStyle/>
                <a:p>
                  <a:pPr algn="ctr"/>
                  <a:endParaRPr kumimoji="1" lang="zh-CN" altLang="en-US" sz="20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任意多边形: 形状 66">
                  <a:extLst>
                    <a:ext uri="{FF2B5EF4-FFF2-40B4-BE49-F238E27FC236}">
                      <a16:creationId xmlns:a16="http://schemas.microsoft.com/office/drawing/2014/main" id="{9B81D455-E392-DFC4-309F-CBB95F967A83}"/>
                    </a:ext>
                  </a:extLst>
                </p:cNvPr>
                <p:cNvSpPr/>
                <p:nvPr/>
              </p:nvSpPr>
              <p:spPr>
                <a:xfrm>
                  <a:off x="4716376" y="5766219"/>
                  <a:ext cx="275406" cy="20655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133 w 533400"/>
                    <a:gd name="connsiteY9" fmla="*/ 198741 h 400050"/>
                    <a:gd name="connsiteX10" fmla="*/ 351128 w 533400"/>
                    <a:gd name="connsiteY10" fmla="*/ 204456 h 400050"/>
                    <a:gd name="connsiteX11" fmla="*/ 351128 w 533400"/>
                    <a:gd name="connsiteY11" fmla="*/ 204456 h 400050"/>
                    <a:gd name="connsiteX12" fmla="*/ 267308 w 533400"/>
                    <a:gd name="connsiteY12" fmla="*/ 315899 h 400050"/>
                    <a:gd name="connsiteX13" fmla="*/ 264451 w 533400"/>
                    <a:gd name="connsiteY13" fmla="*/ 318756 h 400050"/>
                    <a:gd name="connsiteX14" fmla="*/ 224446 w 533400"/>
                    <a:gd name="connsiteY14" fmla="*/ 318756 h 400050"/>
                    <a:gd name="connsiteX15" fmla="*/ 224446 w 533400"/>
                    <a:gd name="connsiteY15" fmla="*/ 318756 h 400050"/>
                    <a:gd name="connsiteX16" fmla="*/ 162533 w 533400"/>
                    <a:gd name="connsiteY16" fmla="*/ 257796 h 400050"/>
                    <a:gd name="connsiteX17" fmla="*/ 160628 w 533400"/>
                    <a:gd name="connsiteY17" fmla="*/ 255891 h 400050"/>
                    <a:gd name="connsiteX18" fmla="*/ 120623 w 533400"/>
                    <a:gd name="connsiteY18" fmla="*/ 259701 h 400050"/>
                    <a:gd name="connsiteX19" fmla="*/ 120623 w 533400"/>
                    <a:gd name="connsiteY19" fmla="*/ 259701 h 400050"/>
                    <a:gd name="connsiteX20" fmla="*/ 32993 w 533400"/>
                    <a:gd name="connsiteY20" fmla="*/ 366381 h 400050"/>
                    <a:gd name="connsiteX21" fmla="*/ 31088 w 533400"/>
                    <a:gd name="connsiteY21" fmla="*/ 372096 h 400050"/>
                    <a:gd name="connsiteX22" fmla="*/ 40613 w 533400"/>
                    <a:gd name="connsiteY22" fmla="*/ 381621 h 400050"/>
                    <a:gd name="connsiteX23" fmla="*/ 40613 w 533400"/>
                    <a:gd name="connsiteY23" fmla="*/ 381621 h 400050"/>
                    <a:gd name="connsiteX24" fmla="*/ 497813 w 533400"/>
                    <a:gd name="connsiteY24" fmla="*/ 381621 h 400050"/>
                    <a:gd name="connsiteX25" fmla="*/ 503528 w 533400"/>
                    <a:gd name="connsiteY25" fmla="*/ 379716 h 400050"/>
                    <a:gd name="connsiteX26" fmla="*/ 506386 w 533400"/>
                    <a:gd name="connsiteY26" fmla="*/ 366381 h 400050"/>
                    <a:gd name="connsiteX27" fmla="*/ 506386 w 533400"/>
                    <a:gd name="connsiteY27" fmla="*/ 366381 h 400050"/>
                    <a:gd name="connsiteX28" fmla="*/ 398753 w 533400"/>
                    <a:gd name="connsiteY28" fmla="*/ 205409 h 400050"/>
                    <a:gd name="connsiteX29" fmla="*/ 391133 w 533400"/>
                    <a:gd name="connsiteY29" fmla="*/ 198741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grpSp>
        <p:nvGrpSpPr>
          <p:cNvPr id="34" name="组合 33">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5"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项目情况介绍</a:t>
              </a:r>
            </a:p>
          </p:txBody>
        </p:sp>
        <p:sp>
          <p:nvSpPr>
            <p:cNvPr id="40"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41" name="椭圆 40">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8622493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îślïďê">
            <a:extLst>
              <a:ext uri="{FF2B5EF4-FFF2-40B4-BE49-F238E27FC236}">
                <a16:creationId xmlns:a16="http://schemas.microsoft.com/office/drawing/2014/main" id="{F1972909-282A-4C12-8DFF-236BFB849308}"/>
              </a:ext>
            </a:extLst>
          </p:cNvPr>
          <p:cNvGrpSpPr/>
          <p:nvPr/>
        </p:nvGrpSpPr>
        <p:grpSpPr>
          <a:xfrm>
            <a:off x="670718" y="1731491"/>
            <a:ext cx="10850563" cy="4641148"/>
            <a:chOff x="669925" y="1228571"/>
            <a:chExt cx="10850563" cy="4641148"/>
          </a:xfrm>
        </p:grpSpPr>
        <p:grpSp>
          <p:nvGrpSpPr>
            <p:cNvPr id="4" name="íṥḷîḑé">
              <a:extLst>
                <a:ext uri="{FF2B5EF4-FFF2-40B4-BE49-F238E27FC236}">
                  <a16:creationId xmlns:a16="http://schemas.microsoft.com/office/drawing/2014/main" id="{E02B3FCA-92A1-47AA-B921-36367C339306}"/>
                </a:ext>
              </a:extLst>
            </p:cNvPr>
            <p:cNvGrpSpPr/>
            <p:nvPr/>
          </p:nvGrpSpPr>
          <p:grpSpPr>
            <a:xfrm>
              <a:off x="7621967" y="4340300"/>
              <a:ext cx="1224692" cy="1529419"/>
              <a:chOff x="7621967" y="3105438"/>
              <a:chExt cx="1224692" cy="1529419"/>
            </a:xfrm>
          </p:grpSpPr>
          <p:sp>
            <p:nvSpPr>
              <p:cNvPr id="42" name="ïšḷîḑè">
                <a:extLst>
                  <a:ext uri="{FF2B5EF4-FFF2-40B4-BE49-F238E27FC236}">
                    <a16:creationId xmlns:a16="http://schemas.microsoft.com/office/drawing/2014/main" id="{5B7D415E-5FE5-4BC4-88A9-9FE08AAE3AB6}"/>
                  </a:ext>
                </a:extLst>
              </p:cNvPr>
              <p:cNvSpPr txBox="1"/>
              <p:nvPr/>
            </p:nvSpPr>
            <p:spPr>
              <a:xfrm>
                <a:off x="7621967" y="4203701"/>
                <a:ext cx="1224692" cy="431156"/>
              </a:xfrm>
              <a:prstGeom prst="rect">
                <a:avLst/>
              </a:prstGeom>
              <a:noFill/>
              <a:ln>
                <a:noFill/>
              </a:ln>
            </p:spPr>
            <p:txBody>
              <a:bodyPr wrap="square" lIns="91440" tIns="45720" rIns="91440" bIns="45720" anchor="t" anchorCtr="0">
                <a:normAutofit/>
              </a:bodyPr>
              <a:lstStyle/>
              <a:p>
                <a:pPr marL="0" marR="0" lvl="0" indent="0" algn="ctr" rtl="0">
                  <a:buSzPct val="25000"/>
                  <a:buNone/>
                </a:pPr>
                <a:r>
                  <a:rPr lang="zh-CN" altLang="en-US" sz="1200" b="1" i="0" u="none" strike="noStrike" cap="none" baseline="0" dirty="0">
                    <a:solidFill>
                      <a:srgbClr val="000000"/>
                    </a:solidFill>
                  </a:rPr>
                  <a:t>输入文本</a:t>
                </a:r>
                <a:endParaRPr lang="en-US" sz="1200" b="1" i="0" u="none" strike="noStrike" cap="none" baseline="0" dirty="0">
                  <a:solidFill>
                    <a:srgbClr val="000000"/>
                  </a:solidFill>
                </a:endParaRPr>
              </a:p>
            </p:txBody>
          </p:sp>
          <p:sp>
            <p:nvSpPr>
              <p:cNvPr id="43" name="í$1iďé">
                <a:extLst>
                  <a:ext uri="{FF2B5EF4-FFF2-40B4-BE49-F238E27FC236}">
                    <a16:creationId xmlns:a16="http://schemas.microsoft.com/office/drawing/2014/main" id="{5DB01655-E09A-4BA4-B28B-DD6BB7F28A12}"/>
                  </a:ext>
                </a:extLst>
              </p:cNvPr>
              <p:cNvSpPr/>
              <p:nvPr/>
            </p:nvSpPr>
            <p:spPr>
              <a:xfrm>
                <a:off x="7624320" y="3105438"/>
                <a:ext cx="1066486" cy="1066486"/>
              </a:xfrm>
              <a:prstGeom prst="ellipse">
                <a:avLst/>
              </a:prstGeom>
              <a:solidFill>
                <a:schemeClr val="accent1"/>
              </a:solidFill>
              <a:ln>
                <a:noFill/>
              </a:ln>
            </p:spPr>
            <p:txBody>
              <a:bodyPr wrap="square" lIns="91440" tIns="45720" rIns="91440" bIns="45720" anchor="ctr">
                <a:normAutofit/>
              </a:bodyPr>
              <a:lstStyle/>
              <a:p>
                <a:pPr algn="ctr"/>
                <a:endParaRPr dirty="0">
                  <a:solidFill>
                    <a:schemeClr val="bg1"/>
                  </a:solidFill>
                </a:endParaRPr>
              </a:p>
            </p:txBody>
          </p:sp>
          <p:sp>
            <p:nvSpPr>
              <p:cNvPr id="44" name="ísļïdê">
                <a:extLst>
                  <a:ext uri="{FF2B5EF4-FFF2-40B4-BE49-F238E27FC236}">
                    <a16:creationId xmlns:a16="http://schemas.microsoft.com/office/drawing/2014/main" id="{880922F7-8A5D-4404-A730-BEB6BBB3B195}"/>
                  </a:ext>
                </a:extLst>
              </p:cNvPr>
              <p:cNvSpPr txBox="1"/>
              <p:nvPr/>
            </p:nvSpPr>
            <p:spPr>
              <a:xfrm>
                <a:off x="7656437" y="3432927"/>
                <a:ext cx="1020303" cy="412976"/>
              </a:xfrm>
              <a:prstGeom prst="rect">
                <a:avLst/>
              </a:prstGeom>
              <a:noFill/>
              <a:ln>
                <a:noFill/>
              </a:ln>
            </p:spPr>
            <p:txBody>
              <a:bodyPr wrap="square" lIns="91440" tIns="45720" rIns="91440" bIns="45720" anchor="t" anchorCtr="0">
                <a:normAutofit lnSpcReduction="10000"/>
              </a:bodyPr>
              <a:lstStyle/>
              <a:p>
                <a:pPr marL="0" marR="0" lvl="0" indent="0" algn="ctr" rtl="0">
                  <a:buSzPct val="25000"/>
                  <a:buNone/>
                </a:pPr>
                <a:r>
                  <a:rPr lang="en-US" sz="2200" b="0" i="0" u="none" strike="noStrike" cap="none" baseline="0" dirty="0">
                    <a:solidFill>
                      <a:schemeClr val="bg1"/>
                    </a:solidFill>
                  </a:rPr>
                  <a:t>4</a:t>
                </a:r>
                <a:r>
                  <a:rPr lang="en-US" sz="100" b="0" i="0" u="none" strike="noStrike" cap="none" baseline="0" dirty="0">
                    <a:solidFill>
                      <a:schemeClr val="bg1"/>
                    </a:solidFill>
                  </a:rPr>
                  <a:t> </a:t>
                </a:r>
                <a:r>
                  <a:rPr lang="en-US" sz="2200" b="0" i="0" u="none" strike="noStrike" cap="none" baseline="0" dirty="0">
                    <a:solidFill>
                      <a:schemeClr val="bg1"/>
                    </a:solidFill>
                  </a:rPr>
                  <a:t>8%</a:t>
                </a:r>
              </a:p>
            </p:txBody>
          </p:sp>
          <p:sp>
            <p:nvSpPr>
              <p:cNvPr id="45" name="íṥḷïde">
                <a:extLst>
                  <a:ext uri="{FF2B5EF4-FFF2-40B4-BE49-F238E27FC236}">
                    <a16:creationId xmlns:a16="http://schemas.microsoft.com/office/drawing/2014/main" id="{6DFD8B80-A933-4AD3-A572-6F6EF4C2A591}"/>
                  </a:ext>
                </a:extLst>
              </p:cNvPr>
              <p:cNvSpPr/>
              <p:nvPr/>
            </p:nvSpPr>
            <p:spPr>
              <a:xfrm>
                <a:off x="7742702" y="4003783"/>
                <a:ext cx="159974" cy="159974"/>
              </a:xfrm>
              <a:prstGeom prst="ellipse">
                <a:avLst/>
              </a:prstGeom>
              <a:solidFill>
                <a:schemeClr val="tx1">
                  <a:lumMod val="65000"/>
                  <a:lumOff val="35000"/>
                </a:schemeClr>
              </a:solidFill>
              <a:ln w="28575">
                <a:solidFill>
                  <a:schemeClr val="bg1"/>
                </a:solidFill>
              </a:ln>
            </p:spPr>
            <p:txBody>
              <a:bodyPr wrap="square" lIns="91440" tIns="45720" rIns="91440" bIns="45720" anchor="ctr">
                <a:normAutofit fontScale="25000" lnSpcReduction="20000"/>
              </a:bodyPr>
              <a:lstStyle/>
              <a:p>
                <a:pPr algn="ctr"/>
                <a:endParaRPr>
                  <a:solidFill>
                    <a:srgbClr val="000000"/>
                  </a:solidFill>
                </a:endParaRPr>
              </a:p>
            </p:txBody>
          </p:sp>
        </p:grpSp>
        <p:grpSp>
          <p:nvGrpSpPr>
            <p:cNvPr id="5" name="í$1îḓe">
              <a:extLst>
                <a:ext uri="{FF2B5EF4-FFF2-40B4-BE49-F238E27FC236}">
                  <a16:creationId xmlns:a16="http://schemas.microsoft.com/office/drawing/2014/main" id="{4923ABBD-9AAB-425F-847B-924E889C1067}"/>
                </a:ext>
              </a:extLst>
            </p:cNvPr>
            <p:cNvGrpSpPr/>
            <p:nvPr/>
          </p:nvGrpSpPr>
          <p:grpSpPr>
            <a:xfrm>
              <a:off x="8757164" y="2920961"/>
              <a:ext cx="1315264" cy="1692077"/>
              <a:chOff x="8757164" y="2408304"/>
              <a:chExt cx="1315264" cy="1692077"/>
            </a:xfrm>
          </p:grpSpPr>
          <p:sp>
            <p:nvSpPr>
              <p:cNvPr id="37" name="ïsľidé">
                <a:extLst>
                  <a:ext uri="{FF2B5EF4-FFF2-40B4-BE49-F238E27FC236}">
                    <a16:creationId xmlns:a16="http://schemas.microsoft.com/office/drawing/2014/main" id="{B59C09D5-E4F6-4E6A-A922-493FF822839B}"/>
                  </a:ext>
                </a:extLst>
              </p:cNvPr>
              <p:cNvSpPr txBox="1"/>
              <p:nvPr/>
            </p:nvSpPr>
            <p:spPr>
              <a:xfrm>
                <a:off x="8847736" y="3669225"/>
                <a:ext cx="1224692" cy="431156"/>
              </a:xfrm>
              <a:prstGeom prst="rect">
                <a:avLst/>
              </a:prstGeom>
              <a:noFill/>
              <a:ln>
                <a:noFill/>
              </a:ln>
            </p:spPr>
            <p:txBody>
              <a:bodyPr wrap="square" lIns="91440" tIns="45720" rIns="91440" bIns="45720" anchor="t" anchorCtr="0">
                <a:normAutofit/>
              </a:bodyPr>
              <a:lstStyle/>
              <a:p>
                <a:pPr lvl="0" algn="ctr">
                  <a:buSzPct val="25000"/>
                </a:pPr>
                <a:r>
                  <a:rPr lang="zh-CN" altLang="en-US" sz="1200" b="1" dirty="0">
                    <a:solidFill>
                      <a:srgbClr val="000000"/>
                    </a:solidFill>
                  </a:rPr>
                  <a:t>输入文本</a:t>
                </a:r>
                <a:endParaRPr lang="en-US" altLang="zh-CN" sz="1200" b="1" dirty="0">
                  <a:solidFill>
                    <a:srgbClr val="000000"/>
                  </a:solidFill>
                </a:endParaRPr>
              </a:p>
            </p:txBody>
          </p:sp>
          <p:grpSp>
            <p:nvGrpSpPr>
              <p:cNvPr id="38" name="ïsľïḓe">
                <a:extLst>
                  <a:ext uri="{FF2B5EF4-FFF2-40B4-BE49-F238E27FC236}">
                    <a16:creationId xmlns:a16="http://schemas.microsoft.com/office/drawing/2014/main" id="{8D041A5F-BC8F-440B-988A-D4D158840370}"/>
                  </a:ext>
                </a:extLst>
              </p:cNvPr>
              <p:cNvGrpSpPr/>
              <p:nvPr/>
            </p:nvGrpSpPr>
            <p:grpSpPr>
              <a:xfrm>
                <a:off x="8757164" y="2408304"/>
                <a:ext cx="1218788" cy="1225851"/>
                <a:chOff x="7123103" y="1857369"/>
                <a:chExt cx="1428759" cy="1437039"/>
              </a:xfrm>
            </p:grpSpPr>
            <p:sp>
              <p:nvSpPr>
                <p:cNvPr id="40" name="ïṩľiḋê">
                  <a:extLst>
                    <a:ext uri="{FF2B5EF4-FFF2-40B4-BE49-F238E27FC236}">
                      <a16:creationId xmlns:a16="http://schemas.microsoft.com/office/drawing/2014/main" id="{B0700283-C6AF-41D3-B77C-766123C5DE64}"/>
                    </a:ext>
                  </a:extLst>
                </p:cNvPr>
                <p:cNvSpPr/>
                <p:nvPr/>
              </p:nvSpPr>
              <p:spPr>
                <a:xfrm>
                  <a:off x="7123103" y="1857369"/>
                  <a:ext cx="1428759" cy="1428759"/>
                </a:xfrm>
                <a:prstGeom prst="ellipse">
                  <a:avLst/>
                </a:prstGeom>
                <a:solidFill>
                  <a:schemeClr val="accent2"/>
                </a:solidFill>
                <a:ln>
                  <a:noFill/>
                </a:ln>
              </p:spPr>
              <p:txBody>
                <a:bodyPr wrap="square" lIns="91440" tIns="45720" rIns="91440" bIns="45720" anchor="ctr">
                  <a:normAutofit/>
                </a:bodyPr>
                <a:lstStyle/>
                <a:p>
                  <a:pPr algn="ctr"/>
                  <a:endParaRPr>
                    <a:solidFill>
                      <a:schemeClr val="bg1"/>
                    </a:solidFill>
                  </a:endParaRPr>
                </a:p>
              </p:txBody>
            </p:sp>
            <p:sp>
              <p:nvSpPr>
                <p:cNvPr id="41" name="ïṧļîḋê">
                  <a:extLst>
                    <a:ext uri="{FF2B5EF4-FFF2-40B4-BE49-F238E27FC236}">
                      <a16:creationId xmlns:a16="http://schemas.microsoft.com/office/drawing/2014/main" id="{4AB2F217-B415-491A-AE1B-09599EAE2367}"/>
                    </a:ext>
                  </a:extLst>
                </p:cNvPr>
                <p:cNvSpPr/>
                <p:nvPr/>
              </p:nvSpPr>
              <p:spPr>
                <a:xfrm>
                  <a:off x="7270804" y="3080094"/>
                  <a:ext cx="214312" cy="214314"/>
                </a:xfrm>
                <a:prstGeom prst="ellipse">
                  <a:avLst/>
                </a:prstGeom>
                <a:solidFill>
                  <a:schemeClr val="tx1">
                    <a:lumMod val="65000"/>
                    <a:lumOff val="35000"/>
                  </a:schemeClr>
                </a:solidFill>
                <a:ln w="28575">
                  <a:solidFill>
                    <a:schemeClr val="bg1"/>
                  </a:solidFill>
                </a:ln>
              </p:spPr>
              <p:txBody>
                <a:bodyPr wrap="square" lIns="91440" tIns="45720" rIns="91440" bIns="45720" anchor="ctr">
                  <a:normAutofit fontScale="25000" lnSpcReduction="20000"/>
                </a:bodyPr>
                <a:lstStyle/>
                <a:p>
                  <a:pPr algn="ctr"/>
                  <a:endParaRPr>
                    <a:solidFill>
                      <a:srgbClr val="000000"/>
                    </a:solidFill>
                  </a:endParaRPr>
                </a:p>
              </p:txBody>
            </p:sp>
          </p:grpSp>
          <p:sp>
            <p:nvSpPr>
              <p:cNvPr id="39" name="ïŝḻidè">
                <a:extLst>
                  <a:ext uri="{FF2B5EF4-FFF2-40B4-BE49-F238E27FC236}">
                    <a16:creationId xmlns:a16="http://schemas.microsoft.com/office/drawing/2014/main" id="{640BEACA-3081-4F04-A8D2-6E715612A3F8}"/>
                  </a:ext>
                </a:extLst>
              </p:cNvPr>
              <p:cNvSpPr txBox="1"/>
              <p:nvPr/>
            </p:nvSpPr>
            <p:spPr>
              <a:xfrm>
                <a:off x="8853638" y="2776336"/>
                <a:ext cx="1020303" cy="488062"/>
              </a:xfrm>
              <a:prstGeom prst="rect">
                <a:avLst/>
              </a:prstGeom>
              <a:noFill/>
              <a:ln>
                <a:noFill/>
              </a:ln>
            </p:spPr>
            <p:txBody>
              <a:bodyPr wrap="square" lIns="91440" tIns="45720" rIns="91440" bIns="45720" anchor="t" anchorCtr="0">
                <a:normAutofit/>
              </a:bodyPr>
              <a:lstStyle/>
              <a:p>
                <a:pPr marL="0" marR="0" lvl="0" indent="0" algn="ctr" rtl="0">
                  <a:buSzPct val="25000"/>
                  <a:buNone/>
                </a:pPr>
                <a:r>
                  <a:rPr lang="en-US" sz="2600" b="0" i="0" u="none" strike="noStrike" cap="none" baseline="0">
                    <a:solidFill>
                      <a:schemeClr val="bg1"/>
                    </a:solidFill>
                  </a:rPr>
                  <a:t>6</a:t>
                </a:r>
                <a:r>
                  <a:rPr lang="en-US" sz="100" b="0" i="0" u="none" strike="noStrike" cap="none" baseline="0">
                    <a:solidFill>
                      <a:schemeClr val="bg1"/>
                    </a:solidFill>
                  </a:rPr>
                  <a:t> </a:t>
                </a:r>
                <a:r>
                  <a:rPr lang="en-US" sz="2600" b="0" i="0" u="none" strike="noStrike" cap="none" baseline="0">
                    <a:solidFill>
                      <a:schemeClr val="bg1"/>
                    </a:solidFill>
                  </a:rPr>
                  <a:t>1%</a:t>
                </a:r>
              </a:p>
            </p:txBody>
          </p:sp>
        </p:grpSp>
        <p:grpSp>
          <p:nvGrpSpPr>
            <p:cNvPr id="6" name="iṩliḍè">
              <a:extLst>
                <a:ext uri="{FF2B5EF4-FFF2-40B4-BE49-F238E27FC236}">
                  <a16:creationId xmlns:a16="http://schemas.microsoft.com/office/drawing/2014/main" id="{65FB924E-1B95-4C23-B778-C0B9C7FA4B13}"/>
                </a:ext>
              </a:extLst>
            </p:cNvPr>
            <p:cNvGrpSpPr/>
            <p:nvPr/>
          </p:nvGrpSpPr>
          <p:grpSpPr>
            <a:xfrm>
              <a:off x="10070605" y="1228571"/>
              <a:ext cx="1449883" cy="1965128"/>
              <a:chOff x="10070605" y="1711171"/>
              <a:chExt cx="1449883" cy="1965128"/>
            </a:xfrm>
          </p:grpSpPr>
          <p:sp>
            <p:nvSpPr>
              <p:cNvPr id="32" name="íṥlïďê">
                <a:extLst>
                  <a:ext uri="{FF2B5EF4-FFF2-40B4-BE49-F238E27FC236}">
                    <a16:creationId xmlns:a16="http://schemas.microsoft.com/office/drawing/2014/main" id="{8942F73D-86E7-495E-BE9C-7C3CB0A66544}"/>
                  </a:ext>
                </a:extLst>
              </p:cNvPr>
              <p:cNvSpPr txBox="1"/>
              <p:nvPr/>
            </p:nvSpPr>
            <p:spPr>
              <a:xfrm>
                <a:off x="10248998" y="3245143"/>
                <a:ext cx="1224692" cy="431156"/>
              </a:xfrm>
              <a:prstGeom prst="rect">
                <a:avLst/>
              </a:prstGeom>
              <a:noFill/>
              <a:ln>
                <a:noFill/>
              </a:ln>
            </p:spPr>
            <p:txBody>
              <a:bodyPr wrap="square" lIns="91440" tIns="45720" rIns="91440" bIns="45720" anchor="t" anchorCtr="0">
                <a:normAutofit/>
              </a:bodyPr>
              <a:lstStyle/>
              <a:p>
                <a:pPr lvl="0" algn="ctr">
                  <a:buSzPct val="25000"/>
                </a:pPr>
                <a:r>
                  <a:rPr lang="zh-CN" altLang="en-US" sz="1200" b="1" dirty="0">
                    <a:solidFill>
                      <a:srgbClr val="000000"/>
                    </a:solidFill>
                  </a:rPr>
                  <a:t>输入文本</a:t>
                </a:r>
                <a:endParaRPr lang="en-US" altLang="zh-CN" sz="1200" b="1" dirty="0">
                  <a:solidFill>
                    <a:srgbClr val="000000"/>
                  </a:solidFill>
                </a:endParaRPr>
              </a:p>
            </p:txBody>
          </p:sp>
          <p:grpSp>
            <p:nvGrpSpPr>
              <p:cNvPr id="33" name="îṧľíḍê">
                <a:extLst>
                  <a:ext uri="{FF2B5EF4-FFF2-40B4-BE49-F238E27FC236}">
                    <a16:creationId xmlns:a16="http://schemas.microsoft.com/office/drawing/2014/main" id="{14953546-5D71-46D5-A19E-00ABFDBFC007}"/>
                  </a:ext>
                </a:extLst>
              </p:cNvPr>
              <p:cNvGrpSpPr/>
              <p:nvPr/>
            </p:nvGrpSpPr>
            <p:grpSpPr>
              <a:xfrm>
                <a:off x="10070605" y="1711171"/>
                <a:ext cx="1449883" cy="1449882"/>
                <a:chOff x="7123103" y="1857369"/>
                <a:chExt cx="1428759" cy="1428759"/>
              </a:xfrm>
            </p:grpSpPr>
            <p:sp>
              <p:nvSpPr>
                <p:cNvPr id="35" name="ïsḻîḍê">
                  <a:extLst>
                    <a:ext uri="{FF2B5EF4-FFF2-40B4-BE49-F238E27FC236}">
                      <a16:creationId xmlns:a16="http://schemas.microsoft.com/office/drawing/2014/main" id="{92F0404B-E61D-4DD0-8B98-73305FF4DFC3}"/>
                    </a:ext>
                  </a:extLst>
                </p:cNvPr>
                <p:cNvSpPr/>
                <p:nvPr/>
              </p:nvSpPr>
              <p:spPr>
                <a:xfrm>
                  <a:off x="7123103" y="1857369"/>
                  <a:ext cx="1428759" cy="1428759"/>
                </a:xfrm>
                <a:prstGeom prst="ellipse">
                  <a:avLst/>
                </a:prstGeom>
                <a:solidFill>
                  <a:schemeClr val="accent1"/>
                </a:solidFill>
                <a:ln>
                  <a:noFill/>
                </a:ln>
              </p:spPr>
              <p:txBody>
                <a:bodyPr wrap="square" lIns="91440" tIns="45720" rIns="91440" bIns="45720" anchor="ctr">
                  <a:normAutofit/>
                </a:bodyPr>
                <a:lstStyle/>
                <a:p>
                  <a:pPr algn="ctr"/>
                  <a:endParaRPr>
                    <a:solidFill>
                      <a:srgbClr val="000000"/>
                    </a:solidFill>
                  </a:endParaRPr>
                </a:p>
              </p:txBody>
            </p:sp>
            <p:sp>
              <p:nvSpPr>
                <p:cNvPr id="36" name="işľîḓê">
                  <a:extLst>
                    <a:ext uri="{FF2B5EF4-FFF2-40B4-BE49-F238E27FC236}">
                      <a16:creationId xmlns:a16="http://schemas.microsoft.com/office/drawing/2014/main" id="{5AF14D00-9E4E-4C7A-8D1C-68A5BA7D1B2E}"/>
                    </a:ext>
                  </a:extLst>
                </p:cNvPr>
                <p:cNvSpPr/>
                <p:nvPr/>
              </p:nvSpPr>
              <p:spPr>
                <a:xfrm>
                  <a:off x="7214693" y="2967240"/>
                  <a:ext cx="214313" cy="214313"/>
                </a:xfrm>
                <a:prstGeom prst="ellipse">
                  <a:avLst/>
                </a:prstGeom>
                <a:solidFill>
                  <a:schemeClr val="tx1">
                    <a:lumMod val="65000"/>
                    <a:lumOff val="35000"/>
                  </a:schemeClr>
                </a:solidFill>
                <a:ln w="28575">
                  <a:solidFill>
                    <a:schemeClr val="bg1"/>
                  </a:solidFill>
                </a:ln>
              </p:spPr>
              <p:txBody>
                <a:bodyPr wrap="square" lIns="91440" tIns="45720" rIns="91440" bIns="45720" anchor="ctr">
                  <a:normAutofit fontScale="25000" lnSpcReduction="20000"/>
                </a:bodyPr>
                <a:lstStyle/>
                <a:p>
                  <a:pPr algn="ctr"/>
                  <a:endParaRPr>
                    <a:solidFill>
                      <a:srgbClr val="000000"/>
                    </a:solidFill>
                  </a:endParaRPr>
                </a:p>
              </p:txBody>
            </p:sp>
          </p:grpSp>
          <p:sp>
            <p:nvSpPr>
              <p:cNvPr id="34" name="islíde">
                <a:extLst>
                  <a:ext uri="{FF2B5EF4-FFF2-40B4-BE49-F238E27FC236}">
                    <a16:creationId xmlns:a16="http://schemas.microsoft.com/office/drawing/2014/main" id="{56595025-19EA-4963-B394-F252DE0798C1}"/>
                  </a:ext>
                </a:extLst>
              </p:cNvPr>
              <p:cNvSpPr txBox="1"/>
              <p:nvPr/>
            </p:nvSpPr>
            <p:spPr>
              <a:xfrm>
                <a:off x="10294396" y="2168185"/>
                <a:ext cx="1020303" cy="563148"/>
              </a:xfrm>
              <a:prstGeom prst="rect">
                <a:avLst/>
              </a:prstGeom>
              <a:noFill/>
              <a:ln>
                <a:noFill/>
              </a:ln>
            </p:spPr>
            <p:txBody>
              <a:bodyPr wrap="square" lIns="91440" tIns="45720" rIns="91440" bIns="45720" anchor="t" anchorCtr="0">
                <a:normAutofit/>
              </a:bodyPr>
              <a:lstStyle/>
              <a:p>
                <a:pPr marL="0" marR="0" lvl="0" indent="0" algn="ctr" rtl="0">
                  <a:buSzPct val="25000"/>
                  <a:buNone/>
                </a:pPr>
                <a:r>
                  <a:rPr lang="en-US" sz="3000" b="0" i="0" u="none" strike="noStrike" cap="none" baseline="0" dirty="0">
                    <a:solidFill>
                      <a:schemeClr val="bg1"/>
                    </a:solidFill>
                  </a:rPr>
                  <a:t>7</a:t>
                </a:r>
                <a:r>
                  <a:rPr lang="en-US" sz="100" b="0" i="0" u="none" strike="noStrike" cap="none" baseline="0" dirty="0">
                    <a:solidFill>
                      <a:schemeClr val="bg1"/>
                    </a:solidFill>
                  </a:rPr>
                  <a:t> </a:t>
                </a:r>
                <a:r>
                  <a:rPr lang="en-US" sz="3000" b="0" i="0" u="none" strike="noStrike" cap="none" baseline="0" dirty="0">
                    <a:solidFill>
                      <a:schemeClr val="bg1"/>
                    </a:solidFill>
                  </a:rPr>
                  <a:t>2%</a:t>
                </a:r>
              </a:p>
            </p:txBody>
          </p:sp>
        </p:grpSp>
        <p:sp>
          <p:nvSpPr>
            <p:cNvPr id="7" name="ïşlíḓé">
              <a:extLst>
                <a:ext uri="{FF2B5EF4-FFF2-40B4-BE49-F238E27FC236}">
                  <a16:creationId xmlns:a16="http://schemas.microsoft.com/office/drawing/2014/main" id="{3D317277-90C9-4AD1-AA75-5132A8A5D644}"/>
                </a:ext>
              </a:extLst>
            </p:cNvPr>
            <p:cNvSpPr txBox="1"/>
            <p:nvPr/>
          </p:nvSpPr>
          <p:spPr>
            <a:xfrm>
              <a:off x="673100" y="1270087"/>
              <a:ext cx="4143791" cy="830996"/>
            </a:xfrm>
            <a:prstGeom prst="rect">
              <a:avLst/>
            </a:prstGeom>
            <a:noFill/>
          </p:spPr>
          <p:txBody>
            <a:bodyPr wrap="square" lIns="91440" tIns="45720" rIns="91440" bIns="45720">
              <a:normAutofit/>
            </a:bodyPr>
            <a:lstStyle/>
            <a:p>
              <a:r>
                <a:rPr lang="zh-CN" altLang="en-US" sz="2800" b="1" dirty="0">
                  <a:solidFill>
                    <a:srgbClr val="000000"/>
                  </a:solidFill>
                </a:rPr>
                <a:t>输入您的关键语句</a:t>
              </a:r>
              <a:endParaRPr lang="en-US" altLang="zh-CN" sz="2800" b="1" dirty="0">
                <a:solidFill>
                  <a:srgbClr val="000000"/>
                </a:solidFill>
              </a:endParaRPr>
            </a:p>
          </p:txBody>
        </p:sp>
        <p:sp>
          <p:nvSpPr>
            <p:cNvPr id="8" name="iSḷíḋe">
              <a:extLst>
                <a:ext uri="{FF2B5EF4-FFF2-40B4-BE49-F238E27FC236}">
                  <a16:creationId xmlns:a16="http://schemas.microsoft.com/office/drawing/2014/main" id="{AC18548B-4609-43C2-A491-313307D97518}"/>
                </a:ext>
              </a:extLst>
            </p:cNvPr>
            <p:cNvSpPr/>
            <p:nvPr/>
          </p:nvSpPr>
          <p:spPr>
            <a:xfrm>
              <a:off x="673101" y="2228982"/>
              <a:ext cx="7069601" cy="704718"/>
            </a:xfrm>
            <a:prstGeom prst="rect">
              <a:avLst/>
            </a:prstGeom>
          </p:spPr>
          <p:txBody>
            <a:bodyPr wrap="square" lIns="91440" tIns="45720" rIns="91440" bIns="45720">
              <a:normAutofit/>
            </a:bodyPr>
            <a:lstStyle/>
            <a:p>
              <a:pP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nSpc>
                  <a:spcPct val="150000"/>
                </a:lnSpc>
                <a:buSzPct val="25000"/>
                <a:defRPr/>
              </a:pPr>
              <a:endParaRPr lang="en-US" altLang="zh-CN" sz="1100" dirty="0">
                <a:solidFill>
                  <a:schemeClr val="tx1">
                    <a:lumMod val="50000"/>
                    <a:lumOff val="50000"/>
                  </a:schemeClr>
                </a:solidFill>
                <a:cs typeface="+mn-ea"/>
                <a:sym typeface="+mn-lt"/>
              </a:endParaRPr>
            </a:p>
            <a:p>
              <a:pPr lvl="0">
                <a:lnSpc>
                  <a:spcPct val="150000"/>
                </a:lnSpc>
                <a:buSzPct val="25000"/>
                <a:defRPr/>
              </a:pPr>
              <a:endParaRPr lang="en-US" altLang="zh-CN" sz="1100" dirty="0">
                <a:solidFill>
                  <a:schemeClr val="tx1">
                    <a:lumMod val="50000"/>
                    <a:lumOff val="50000"/>
                  </a:schemeClr>
                </a:solidFill>
                <a:cs typeface="+mn-ea"/>
                <a:sym typeface="+mn-lt"/>
              </a:endParaRPr>
            </a:p>
          </p:txBody>
        </p:sp>
        <p:cxnSp>
          <p:nvCxnSpPr>
            <p:cNvPr id="9" name="îšḻidé">
              <a:extLst>
                <a:ext uri="{FF2B5EF4-FFF2-40B4-BE49-F238E27FC236}">
                  <a16:creationId xmlns:a16="http://schemas.microsoft.com/office/drawing/2014/main" id="{91969D3F-09B1-4065-9DE2-DA852A873789}"/>
                </a:ext>
              </a:extLst>
            </p:cNvPr>
            <p:cNvCxnSpPr>
              <a:cxnSpLocks/>
            </p:cNvCxnSpPr>
            <p:nvPr/>
          </p:nvCxnSpPr>
          <p:spPr>
            <a:xfrm flipH="1">
              <a:off x="4940300" y="1538549"/>
              <a:ext cx="516465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îṡľíḑê">
              <a:extLst>
                <a:ext uri="{FF2B5EF4-FFF2-40B4-BE49-F238E27FC236}">
                  <a16:creationId xmlns:a16="http://schemas.microsoft.com/office/drawing/2014/main" id="{4A05FC7B-F23A-464D-B534-BAA1E5A287BD}"/>
                </a:ext>
              </a:extLst>
            </p:cNvPr>
            <p:cNvCxnSpPr>
              <a:stCxn id="42" idx="1"/>
            </p:cNvCxnSpPr>
            <p:nvPr/>
          </p:nvCxnSpPr>
          <p:spPr>
            <a:xfrm flipH="1">
              <a:off x="669925" y="5654141"/>
              <a:ext cx="695204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1" name="ïśḷíḓê">
              <a:extLst>
                <a:ext uri="{FF2B5EF4-FFF2-40B4-BE49-F238E27FC236}">
                  <a16:creationId xmlns:a16="http://schemas.microsoft.com/office/drawing/2014/main" id="{B38014FE-A91B-49B9-ACB3-4ED393E92D74}"/>
                </a:ext>
              </a:extLst>
            </p:cNvPr>
            <p:cNvGrpSpPr/>
            <p:nvPr/>
          </p:nvGrpSpPr>
          <p:grpSpPr>
            <a:xfrm>
              <a:off x="673100" y="3343279"/>
              <a:ext cx="1866900" cy="1894915"/>
              <a:chOff x="673100" y="3343279"/>
              <a:chExt cx="1866900" cy="1894915"/>
            </a:xfrm>
          </p:grpSpPr>
          <p:grpSp>
            <p:nvGrpSpPr>
              <p:cNvPr id="26" name="ïş1iďe">
                <a:extLst>
                  <a:ext uri="{FF2B5EF4-FFF2-40B4-BE49-F238E27FC236}">
                    <a16:creationId xmlns:a16="http://schemas.microsoft.com/office/drawing/2014/main" id="{61E1E65E-FC79-4E99-AD64-1F16358C99E2}"/>
                  </a:ext>
                </a:extLst>
              </p:cNvPr>
              <p:cNvGrpSpPr/>
              <p:nvPr/>
            </p:nvGrpSpPr>
            <p:grpSpPr>
              <a:xfrm>
                <a:off x="1316037" y="3343279"/>
                <a:ext cx="581026" cy="581022"/>
                <a:chOff x="669925" y="1607300"/>
                <a:chExt cx="581026" cy="581022"/>
              </a:xfrm>
            </p:grpSpPr>
            <p:sp>
              <p:nvSpPr>
                <p:cNvPr id="30" name="íš1îďe">
                  <a:extLst>
                    <a:ext uri="{FF2B5EF4-FFF2-40B4-BE49-F238E27FC236}">
                      <a16:creationId xmlns:a16="http://schemas.microsoft.com/office/drawing/2014/main" id="{669F96BE-946C-41F2-B038-85A7A486E1D9}"/>
                    </a:ext>
                  </a:extLst>
                </p:cNvPr>
                <p:cNvSpPr/>
                <p:nvPr/>
              </p:nvSpPr>
              <p:spPr bwMode="auto">
                <a:xfrm>
                  <a:off x="669925" y="1607300"/>
                  <a:ext cx="581026" cy="581022"/>
                </a:xfrm>
                <a:prstGeom prst="ellipse">
                  <a:avLst/>
                </a:prstGeom>
                <a:solidFill>
                  <a:schemeClr val="accent1"/>
                </a:solidFill>
                <a:ln w="28575">
                  <a:solidFill>
                    <a:schemeClr val="bg1"/>
                  </a:solidFill>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zh-CN" altLang="en-US">
                    <a:solidFill>
                      <a:srgbClr val="000000"/>
                    </a:solidFill>
                  </a:endParaRPr>
                </a:p>
              </p:txBody>
            </p:sp>
            <p:sp>
              <p:nvSpPr>
                <p:cNvPr id="31" name="iṩ1íḑé">
                  <a:extLst>
                    <a:ext uri="{FF2B5EF4-FFF2-40B4-BE49-F238E27FC236}">
                      <a16:creationId xmlns:a16="http://schemas.microsoft.com/office/drawing/2014/main" id="{C0D1582A-0C21-4043-AC0F-0B3F9E12423F}"/>
                    </a:ext>
                  </a:extLst>
                </p:cNvPr>
                <p:cNvSpPr/>
                <p:nvPr/>
              </p:nvSpPr>
              <p:spPr bwMode="auto">
                <a:xfrm>
                  <a:off x="777874" y="1760675"/>
                  <a:ext cx="365126" cy="274270"/>
                </a:xfrm>
                <a:custGeom>
                  <a:avLst/>
                  <a:gdLst>
                    <a:gd name="connsiteX0" fmla="*/ 126207 w 338138"/>
                    <a:gd name="connsiteY0" fmla="*/ 209550 h 254000"/>
                    <a:gd name="connsiteX1" fmla="*/ 134939 w 338138"/>
                    <a:gd name="connsiteY1" fmla="*/ 218282 h 254000"/>
                    <a:gd name="connsiteX2" fmla="*/ 126207 w 338138"/>
                    <a:gd name="connsiteY2" fmla="*/ 227014 h 254000"/>
                    <a:gd name="connsiteX3" fmla="*/ 117475 w 338138"/>
                    <a:gd name="connsiteY3" fmla="*/ 218282 h 254000"/>
                    <a:gd name="connsiteX4" fmla="*/ 126207 w 338138"/>
                    <a:gd name="connsiteY4" fmla="*/ 209550 h 254000"/>
                    <a:gd name="connsiteX5" fmla="*/ 113506 w 338138"/>
                    <a:gd name="connsiteY5" fmla="*/ 200025 h 254000"/>
                    <a:gd name="connsiteX6" fmla="*/ 101600 w 338138"/>
                    <a:gd name="connsiteY6" fmla="*/ 210535 h 254000"/>
                    <a:gd name="connsiteX7" fmla="*/ 101600 w 338138"/>
                    <a:gd name="connsiteY7" fmla="*/ 227615 h 254000"/>
                    <a:gd name="connsiteX8" fmla="*/ 113506 w 338138"/>
                    <a:gd name="connsiteY8" fmla="*/ 238125 h 254000"/>
                    <a:gd name="connsiteX9" fmla="*/ 224632 w 338138"/>
                    <a:gd name="connsiteY9" fmla="*/ 238125 h 254000"/>
                    <a:gd name="connsiteX10" fmla="*/ 236538 w 338138"/>
                    <a:gd name="connsiteY10" fmla="*/ 227615 h 254000"/>
                    <a:gd name="connsiteX11" fmla="*/ 236538 w 338138"/>
                    <a:gd name="connsiteY11" fmla="*/ 210535 h 254000"/>
                    <a:gd name="connsiteX12" fmla="*/ 224632 w 338138"/>
                    <a:gd name="connsiteY12" fmla="*/ 200025 h 254000"/>
                    <a:gd name="connsiteX13" fmla="*/ 113506 w 338138"/>
                    <a:gd name="connsiteY13" fmla="*/ 200025 h 254000"/>
                    <a:gd name="connsiteX14" fmla="*/ 126207 w 338138"/>
                    <a:gd name="connsiteY14" fmla="*/ 163513 h 254000"/>
                    <a:gd name="connsiteX15" fmla="*/ 134939 w 338138"/>
                    <a:gd name="connsiteY15" fmla="*/ 171451 h 254000"/>
                    <a:gd name="connsiteX16" fmla="*/ 126207 w 338138"/>
                    <a:gd name="connsiteY16" fmla="*/ 179389 h 254000"/>
                    <a:gd name="connsiteX17" fmla="*/ 117475 w 338138"/>
                    <a:gd name="connsiteY17" fmla="*/ 171451 h 254000"/>
                    <a:gd name="connsiteX18" fmla="*/ 126207 w 338138"/>
                    <a:gd name="connsiteY18" fmla="*/ 163513 h 254000"/>
                    <a:gd name="connsiteX19" fmla="*/ 113506 w 338138"/>
                    <a:gd name="connsiteY19" fmla="*/ 152400 h 254000"/>
                    <a:gd name="connsiteX20" fmla="*/ 101600 w 338138"/>
                    <a:gd name="connsiteY20" fmla="*/ 162910 h 254000"/>
                    <a:gd name="connsiteX21" fmla="*/ 101600 w 338138"/>
                    <a:gd name="connsiteY21" fmla="*/ 179990 h 254000"/>
                    <a:gd name="connsiteX22" fmla="*/ 113506 w 338138"/>
                    <a:gd name="connsiteY22" fmla="*/ 190500 h 254000"/>
                    <a:gd name="connsiteX23" fmla="*/ 224632 w 338138"/>
                    <a:gd name="connsiteY23" fmla="*/ 190500 h 254000"/>
                    <a:gd name="connsiteX24" fmla="*/ 236538 w 338138"/>
                    <a:gd name="connsiteY24" fmla="*/ 179990 h 254000"/>
                    <a:gd name="connsiteX25" fmla="*/ 236538 w 338138"/>
                    <a:gd name="connsiteY25" fmla="*/ 162910 h 254000"/>
                    <a:gd name="connsiteX26" fmla="*/ 224632 w 338138"/>
                    <a:gd name="connsiteY26" fmla="*/ 152400 h 254000"/>
                    <a:gd name="connsiteX27" fmla="*/ 113506 w 338138"/>
                    <a:gd name="connsiteY27" fmla="*/ 152400 h 254000"/>
                    <a:gd name="connsiteX28" fmla="*/ 126207 w 338138"/>
                    <a:gd name="connsiteY28" fmla="*/ 115888 h 254000"/>
                    <a:gd name="connsiteX29" fmla="*/ 134939 w 338138"/>
                    <a:gd name="connsiteY29" fmla="*/ 124620 h 254000"/>
                    <a:gd name="connsiteX30" fmla="*/ 126207 w 338138"/>
                    <a:gd name="connsiteY30" fmla="*/ 133352 h 254000"/>
                    <a:gd name="connsiteX31" fmla="*/ 117475 w 338138"/>
                    <a:gd name="connsiteY31" fmla="*/ 124620 h 254000"/>
                    <a:gd name="connsiteX32" fmla="*/ 126207 w 338138"/>
                    <a:gd name="connsiteY32" fmla="*/ 115888 h 254000"/>
                    <a:gd name="connsiteX33" fmla="*/ 113506 w 338138"/>
                    <a:gd name="connsiteY33" fmla="*/ 104775 h 254000"/>
                    <a:gd name="connsiteX34" fmla="*/ 101600 w 338138"/>
                    <a:gd name="connsiteY34" fmla="*/ 115285 h 254000"/>
                    <a:gd name="connsiteX35" fmla="*/ 101600 w 338138"/>
                    <a:gd name="connsiteY35" fmla="*/ 132365 h 254000"/>
                    <a:gd name="connsiteX36" fmla="*/ 113506 w 338138"/>
                    <a:gd name="connsiteY36" fmla="*/ 142875 h 254000"/>
                    <a:gd name="connsiteX37" fmla="*/ 224632 w 338138"/>
                    <a:gd name="connsiteY37" fmla="*/ 142875 h 254000"/>
                    <a:gd name="connsiteX38" fmla="*/ 236538 w 338138"/>
                    <a:gd name="connsiteY38" fmla="*/ 132365 h 254000"/>
                    <a:gd name="connsiteX39" fmla="*/ 236538 w 338138"/>
                    <a:gd name="connsiteY39" fmla="*/ 115285 h 254000"/>
                    <a:gd name="connsiteX40" fmla="*/ 224632 w 338138"/>
                    <a:gd name="connsiteY40" fmla="*/ 104775 h 254000"/>
                    <a:gd name="connsiteX41" fmla="*/ 113506 w 338138"/>
                    <a:gd name="connsiteY41" fmla="*/ 104775 h 254000"/>
                    <a:gd name="connsiteX42" fmla="*/ 163786 w 338138"/>
                    <a:gd name="connsiteY42" fmla="*/ 0 h 254000"/>
                    <a:gd name="connsiteX43" fmla="*/ 220582 w 338138"/>
                    <a:gd name="connsiteY43" fmla="*/ 22373 h 254000"/>
                    <a:gd name="connsiteX44" fmla="*/ 244358 w 338138"/>
                    <a:gd name="connsiteY44" fmla="*/ 64487 h 254000"/>
                    <a:gd name="connsiteX45" fmla="*/ 254924 w 338138"/>
                    <a:gd name="connsiteY45" fmla="*/ 63171 h 254000"/>
                    <a:gd name="connsiteX46" fmla="*/ 338138 w 338138"/>
                    <a:gd name="connsiteY46" fmla="*/ 147399 h 254000"/>
                    <a:gd name="connsiteX47" fmla="*/ 254924 w 338138"/>
                    <a:gd name="connsiteY47" fmla="*/ 230311 h 254000"/>
                    <a:gd name="connsiteX48" fmla="*/ 250962 w 338138"/>
                    <a:gd name="connsiteY48" fmla="*/ 230311 h 254000"/>
                    <a:gd name="connsiteX49" fmla="*/ 224545 w 338138"/>
                    <a:gd name="connsiteY49" fmla="*/ 254000 h 254000"/>
                    <a:gd name="connsiteX50" fmla="*/ 113593 w 338138"/>
                    <a:gd name="connsiteY50" fmla="*/ 254000 h 254000"/>
                    <a:gd name="connsiteX51" fmla="*/ 87176 w 338138"/>
                    <a:gd name="connsiteY51" fmla="*/ 230311 h 254000"/>
                    <a:gd name="connsiteX52" fmla="*/ 83214 w 338138"/>
                    <a:gd name="connsiteY52" fmla="*/ 230311 h 254000"/>
                    <a:gd name="connsiteX53" fmla="*/ 0 w 338138"/>
                    <a:gd name="connsiteY53" fmla="*/ 147399 h 254000"/>
                    <a:gd name="connsiteX54" fmla="*/ 81893 w 338138"/>
                    <a:gd name="connsiteY54" fmla="*/ 63171 h 254000"/>
                    <a:gd name="connsiteX55" fmla="*/ 163786 w 338138"/>
                    <a:gd name="connsiteY55"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38138" h="254000">
                      <a:moveTo>
                        <a:pt x="126207" y="209550"/>
                      </a:moveTo>
                      <a:cubicBezTo>
                        <a:pt x="131030" y="209550"/>
                        <a:pt x="134939" y="213459"/>
                        <a:pt x="134939" y="218282"/>
                      </a:cubicBezTo>
                      <a:cubicBezTo>
                        <a:pt x="134939" y="223105"/>
                        <a:pt x="131030" y="227014"/>
                        <a:pt x="126207" y="227014"/>
                      </a:cubicBezTo>
                      <a:cubicBezTo>
                        <a:pt x="121384" y="227014"/>
                        <a:pt x="117475" y="223105"/>
                        <a:pt x="117475" y="218282"/>
                      </a:cubicBezTo>
                      <a:cubicBezTo>
                        <a:pt x="117475" y="213459"/>
                        <a:pt x="121384" y="209550"/>
                        <a:pt x="126207" y="209550"/>
                      </a:cubicBezTo>
                      <a:close/>
                      <a:moveTo>
                        <a:pt x="113506" y="200025"/>
                      </a:moveTo>
                      <a:cubicBezTo>
                        <a:pt x="106892" y="200025"/>
                        <a:pt x="101600" y="205280"/>
                        <a:pt x="101600" y="210535"/>
                      </a:cubicBezTo>
                      <a:cubicBezTo>
                        <a:pt x="101600" y="210535"/>
                        <a:pt x="101600" y="210535"/>
                        <a:pt x="101600" y="227615"/>
                      </a:cubicBezTo>
                      <a:cubicBezTo>
                        <a:pt x="101600" y="234184"/>
                        <a:pt x="106892" y="238125"/>
                        <a:pt x="113506" y="238125"/>
                      </a:cubicBezTo>
                      <a:cubicBezTo>
                        <a:pt x="113506" y="238125"/>
                        <a:pt x="113506" y="238125"/>
                        <a:pt x="224632" y="238125"/>
                      </a:cubicBezTo>
                      <a:cubicBezTo>
                        <a:pt x="231246" y="238125"/>
                        <a:pt x="236538" y="234184"/>
                        <a:pt x="236538" y="227615"/>
                      </a:cubicBezTo>
                      <a:lnTo>
                        <a:pt x="236538" y="210535"/>
                      </a:lnTo>
                      <a:cubicBezTo>
                        <a:pt x="236538" y="205280"/>
                        <a:pt x="231246" y="200025"/>
                        <a:pt x="224632" y="200025"/>
                      </a:cubicBezTo>
                      <a:cubicBezTo>
                        <a:pt x="224632" y="200025"/>
                        <a:pt x="224632" y="200025"/>
                        <a:pt x="113506" y="200025"/>
                      </a:cubicBezTo>
                      <a:close/>
                      <a:moveTo>
                        <a:pt x="126207" y="163513"/>
                      </a:moveTo>
                      <a:cubicBezTo>
                        <a:pt x="131030" y="163513"/>
                        <a:pt x="134939" y="167067"/>
                        <a:pt x="134939" y="171451"/>
                      </a:cubicBezTo>
                      <a:cubicBezTo>
                        <a:pt x="134939" y="175835"/>
                        <a:pt x="131030" y="179389"/>
                        <a:pt x="126207" y="179389"/>
                      </a:cubicBezTo>
                      <a:cubicBezTo>
                        <a:pt x="121384" y="179389"/>
                        <a:pt x="117475" y="175835"/>
                        <a:pt x="117475" y="171451"/>
                      </a:cubicBezTo>
                      <a:cubicBezTo>
                        <a:pt x="117475" y="167067"/>
                        <a:pt x="121384" y="163513"/>
                        <a:pt x="126207" y="163513"/>
                      </a:cubicBezTo>
                      <a:close/>
                      <a:moveTo>
                        <a:pt x="113506" y="152400"/>
                      </a:moveTo>
                      <a:cubicBezTo>
                        <a:pt x="106892" y="152400"/>
                        <a:pt x="101600" y="157655"/>
                        <a:pt x="101600" y="162910"/>
                      </a:cubicBezTo>
                      <a:cubicBezTo>
                        <a:pt x="101600" y="162910"/>
                        <a:pt x="101600" y="162910"/>
                        <a:pt x="101600" y="179990"/>
                      </a:cubicBezTo>
                      <a:cubicBezTo>
                        <a:pt x="101600" y="185245"/>
                        <a:pt x="106892" y="190500"/>
                        <a:pt x="113506" y="190500"/>
                      </a:cubicBezTo>
                      <a:cubicBezTo>
                        <a:pt x="113506" y="190500"/>
                        <a:pt x="113506" y="190500"/>
                        <a:pt x="224632" y="190500"/>
                      </a:cubicBezTo>
                      <a:cubicBezTo>
                        <a:pt x="231246" y="190500"/>
                        <a:pt x="236538" y="185245"/>
                        <a:pt x="236538" y="179990"/>
                      </a:cubicBezTo>
                      <a:lnTo>
                        <a:pt x="236538" y="162910"/>
                      </a:lnTo>
                      <a:cubicBezTo>
                        <a:pt x="236538" y="157655"/>
                        <a:pt x="231246" y="152400"/>
                        <a:pt x="224632" y="152400"/>
                      </a:cubicBezTo>
                      <a:cubicBezTo>
                        <a:pt x="224632" y="152400"/>
                        <a:pt x="224632" y="152400"/>
                        <a:pt x="113506" y="152400"/>
                      </a:cubicBezTo>
                      <a:close/>
                      <a:moveTo>
                        <a:pt x="126207" y="115888"/>
                      </a:moveTo>
                      <a:cubicBezTo>
                        <a:pt x="131030" y="115888"/>
                        <a:pt x="134939" y="119797"/>
                        <a:pt x="134939" y="124620"/>
                      </a:cubicBezTo>
                      <a:cubicBezTo>
                        <a:pt x="134939" y="129443"/>
                        <a:pt x="131030" y="133352"/>
                        <a:pt x="126207" y="133352"/>
                      </a:cubicBezTo>
                      <a:cubicBezTo>
                        <a:pt x="121384" y="133352"/>
                        <a:pt x="117475" y="129443"/>
                        <a:pt x="117475" y="124620"/>
                      </a:cubicBezTo>
                      <a:cubicBezTo>
                        <a:pt x="117475" y="119797"/>
                        <a:pt x="121384" y="115888"/>
                        <a:pt x="126207" y="115888"/>
                      </a:cubicBezTo>
                      <a:close/>
                      <a:moveTo>
                        <a:pt x="113506" y="104775"/>
                      </a:moveTo>
                      <a:cubicBezTo>
                        <a:pt x="106892" y="104775"/>
                        <a:pt x="101600" y="110030"/>
                        <a:pt x="101600" y="115285"/>
                      </a:cubicBezTo>
                      <a:cubicBezTo>
                        <a:pt x="101600" y="115285"/>
                        <a:pt x="101600" y="115285"/>
                        <a:pt x="101600" y="132365"/>
                      </a:cubicBezTo>
                      <a:cubicBezTo>
                        <a:pt x="101600" y="137620"/>
                        <a:pt x="106892" y="142875"/>
                        <a:pt x="113506" y="142875"/>
                      </a:cubicBezTo>
                      <a:cubicBezTo>
                        <a:pt x="113506" y="142875"/>
                        <a:pt x="113506" y="142875"/>
                        <a:pt x="224632" y="142875"/>
                      </a:cubicBezTo>
                      <a:cubicBezTo>
                        <a:pt x="231246" y="142875"/>
                        <a:pt x="236538" y="137620"/>
                        <a:pt x="236538" y="132365"/>
                      </a:cubicBezTo>
                      <a:lnTo>
                        <a:pt x="236538" y="115285"/>
                      </a:lnTo>
                      <a:cubicBezTo>
                        <a:pt x="236538" y="110030"/>
                        <a:pt x="231246" y="104775"/>
                        <a:pt x="224632" y="104775"/>
                      </a:cubicBezTo>
                      <a:cubicBezTo>
                        <a:pt x="224632" y="104775"/>
                        <a:pt x="224632" y="104775"/>
                        <a:pt x="113506" y="104775"/>
                      </a:cubicBezTo>
                      <a:close/>
                      <a:moveTo>
                        <a:pt x="163786" y="0"/>
                      </a:moveTo>
                      <a:cubicBezTo>
                        <a:pt x="184919" y="0"/>
                        <a:pt x="204732" y="7896"/>
                        <a:pt x="220582" y="22373"/>
                      </a:cubicBezTo>
                      <a:cubicBezTo>
                        <a:pt x="232470" y="34218"/>
                        <a:pt x="240395" y="48694"/>
                        <a:pt x="244358" y="64487"/>
                      </a:cubicBezTo>
                      <a:cubicBezTo>
                        <a:pt x="248320" y="63171"/>
                        <a:pt x="250962" y="63171"/>
                        <a:pt x="254924" y="63171"/>
                      </a:cubicBezTo>
                      <a:cubicBezTo>
                        <a:pt x="301154" y="63171"/>
                        <a:pt x="338138" y="101337"/>
                        <a:pt x="338138" y="147399"/>
                      </a:cubicBezTo>
                      <a:cubicBezTo>
                        <a:pt x="338138" y="193461"/>
                        <a:pt x="301154" y="230311"/>
                        <a:pt x="254924" y="230311"/>
                      </a:cubicBezTo>
                      <a:cubicBezTo>
                        <a:pt x="254924" y="230311"/>
                        <a:pt x="254924" y="230311"/>
                        <a:pt x="250962" y="230311"/>
                      </a:cubicBezTo>
                      <a:cubicBezTo>
                        <a:pt x="249641" y="243472"/>
                        <a:pt x="239074" y="254000"/>
                        <a:pt x="224545" y="254000"/>
                      </a:cubicBezTo>
                      <a:cubicBezTo>
                        <a:pt x="224545" y="254000"/>
                        <a:pt x="224545" y="254000"/>
                        <a:pt x="113593" y="254000"/>
                      </a:cubicBezTo>
                      <a:cubicBezTo>
                        <a:pt x="99064" y="254000"/>
                        <a:pt x="88497" y="243472"/>
                        <a:pt x="87176" y="230311"/>
                      </a:cubicBezTo>
                      <a:cubicBezTo>
                        <a:pt x="87176" y="230311"/>
                        <a:pt x="87176" y="230311"/>
                        <a:pt x="83214" y="230311"/>
                      </a:cubicBezTo>
                      <a:cubicBezTo>
                        <a:pt x="36984" y="230311"/>
                        <a:pt x="0" y="193461"/>
                        <a:pt x="0" y="147399"/>
                      </a:cubicBezTo>
                      <a:cubicBezTo>
                        <a:pt x="0" y="101337"/>
                        <a:pt x="36984" y="64487"/>
                        <a:pt x="81893" y="63171"/>
                      </a:cubicBezTo>
                      <a:cubicBezTo>
                        <a:pt x="91139" y="26321"/>
                        <a:pt x="124160" y="0"/>
                        <a:pt x="163786"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rgbClr val="000000"/>
                    </a:solidFill>
                  </a:endParaRPr>
                </a:p>
              </p:txBody>
            </p:sp>
          </p:grpSp>
          <p:grpSp>
            <p:nvGrpSpPr>
              <p:cNvPr id="27" name="iSḻídè">
                <a:extLst>
                  <a:ext uri="{FF2B5EF4-FFF2-40B4-BE49-F238E27FC236}">
                    <a16:creationId xmlns:a16="http://schemas.microsoft.com/office/drawing/2014/main" id="{8C796B94-FB48-4B09-9883-ED6376979E94}"/>
                  </a:ext>
                </a:extLst>
              </p:cNvPr>
              <p:cNvGrpSpPr/>
              <p:nvPr/>
            </p:nvGrpSpPr>
            <p:grpSpPr>
              <a:xfrm>
                <a:off x="673100" y="4049361"/>
                <a:ext cx="1866900" cy="1188833"/>
                <a:chOff x="975294" y="4249996"/>
                <a:chExt cx="1833891" cy="1188833"/>
              </a:xfrm>
            </p:grpSpPr>
            <p:sp>
              <p:nvSpPr>
                <p:cNvPr id="28" name="iṧḷïḋè">
                  <a:extLst>
                    <a:ext uri="{FF2B5EF4-FFF2-40B4-BE49-F238E27FC236}">
                      <a16:creationId xmlns:a16="http://schemas.microsoft.com/office/drawing/2014/main" id="{24471CCF-00E9-4034-A159-F2E2EE3C53BE}"/>
                    </a:ext>
                  </a:extLst>
                </p:cNvPr>
                <p:cNvSpPr/>
                <p:nvPr/>
              </p:nvSpPr>
              <p:spPr>
                <a:xfrm>
                  <a:off x="975294" y="4249996"/>
                  <a:ext cx="1833891" cy="446072"/>
                </a:xfrm>
                <a:prstGeom prst="rect">
                  <a:avLst/>
                </a:prstGeom>
                <a:noFill/>
                <a:ln>
                  <a:noFill/>
                </a:ln>
              </p:spPr>
              <p:txBody>
                <a:bodyPr wrap="square" lIns="91440" tIns="45720" rIns="91440" bIns="45720" anchor="ctr">
                  <a:normAutofit/>
                </a:bodyPr>
                <a:lstStyle/>
                <a:p>
                  <a:pPr lvl="0" algn="ctr" fontAlgn="base">
                    <a:spcBef>
                      <a:spcPct val="0"/>
                    </a:spcBef>
                    <a:spcAft>
                      <a:spcPct val="0"/>
                    </a:spcAft>
                    <a:tabLst>
                      <a:tab pos="227965" algn="l"/>
                    </a:tabLst>
                    <a:defRPr/>
                  </a:pPr>
                  <a:r>
                    <a:rPr lang="zh-CN" altLang="en-US" sz="1600" b="1" dirty="0">
                      <a:solidFill>
                        <a:srgbClr val="000000"/>
                      </a:solidFill>
                    </a:rPr>
                    <a:t>输入文本</a:t>
                  </a:r>
                  <a:endParaRPr lang="en-US" altLang="zh-CN" sz="1600" b="1" dirty="0">
                    <a:solidFill>
                      <a:srgbClr val="000000"/>
                    </a:solidFill>
                  </a:endParaRPr>
                </a:p>
              </p:txBody>
            </p:sp>
            <p:sp>
              <p:nvSpPr>
                <p:cNvPr id="29" name="iṩ1îḑê">
                  <a:extLst>
                    <a:ext uri="{FF2B5EF4-FFF2-40B4-BE49-F238E27FC236}">
                      <a16:creationId xmlns:a16="http://schemas.microsoft.com/office/drawing/2014/main" id="{3595A8CC-E157-47F2-88BD-654372AED873}"/>
                    </a:ext>
                  </a:extLst>
                </p:cNvPr>
                <p:cNvSpPr/>
                <p:nvPr/>
              </p:nvSpPr>
              <p:spPr>
                <a:xfrm>
                  <a:off x="975294" y="4805629"/>
                  <a:ext cx="1833891" cy="633200"/>
                </a:xfrm>
                <a:prstGeom prst="snip2SameRect">
                  <a:avLst>
                    <a:gd name="adj1" fmla="val 0"/>
                    <a:gd name="adj2" fmla="val 0"/>
                  </a:avLst>
                </a:prstGeom>
                <a:ln>
                  <a:noFill/>
                </a:ln>
              </p:spPr>
              <p:txBody>
                <a:bodyPr wrap="square" lIns="91440" tIns="45720" rIns="91440" bIns="45720" anchor="t">
                  <a:noAutofit/>
                </a:body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grpSp>
          <p:nvGrpSpPr>
            <p:cNvPr id="12" name="ïśļiḋe">
              <a:extLst>
                <a:ext uri="{FF2B5EF4-FFF2-40B4-BE49-F238E27FC236}">
                  <a16:creationId xmlns:a16="http://schemas.microsoft.com/office/drawing/2014/main" id="{F08BDD42-7C7B-43B8-9469-8AFBA48D660C}"/>
                </a:ext>
              </a:extLst>
            </p:cNvPr>
            <p:cNvGrpSpPr/>
            <p:nvPr/>
          </p:nvGrpSpPr>
          <p:grpSpPr>
            <a:xfrm>
              <a:off x="2857500" y="3343279"/>
              <a:ext cx="1866900" cy="1894915"/>
              <a:chOff x="673100" y="3343279"/>
              <a:chExt cx="1866900" cy="1894915"/>
            </a:xfrm>
          </p:grpSpPr>
          <p:grpSp>
            <p:nvGrpSpPr>
              <p:cNvPr id="20" name="íṡľïḋê">
                <a:extLst>
                  <a:ext uri="{FF2B5EF4-FFF2-40B4-BE49-F238E27FC236}">
                    <a16:creationId xmlns:a16="http://schemas.microsoft.com/office/drawing/2014/main" id="{E825D7D4-ACAE-4316-8825-4F757E4A1373}"/>
                  </a:ext>
                </a:extLst>
              </p:cNvPr>
              <p:cNvGrpSpPr/>
              <p:nvPr/>
            </p:nvGrpSpPr>
            <p:grpSpPr>
              <a:xfrm>
                <a:off x="1316037" y="3343279"/>
                <a:ext cx="581026" cy="581022"/>
                <a:chOff x="669925" y="1607300"/>
                <a:chExt cx="581026" cy="581022"/>
              </a:xfrm>
            </p:grpSpPr>
            <p:sp>
              <p:nvSpPr>
                <p:cNvPr id="24" name="ísľíḓé">
                  <a:extLst>
                    <a:ext uri="{FF2B5EF4-FFF2-40B4-BE49-F238E27FC236}">
                      <a16:creationId xmlns:a16="http://schemas.microsoft.com/office/drawing/2014/main" id="{3C1D77AD-E342-4E9C-8DF7-B1BD6DE8E03B}"/>
                    </a:ext>
                  </a:extLst>
                </p:cNvPr>
                <p:cNvSpPr/>
                <p:nvPr/>
              </p:nvSpPr>
              <p:spPr bwMode="auto">
                <a:xfrm>
                  <a:off x="669925" y="1607300"/>
                  <a:ext cx="581026" cy="581022"/>
                </a:xfrm>
                <a:prstGeom prst="ellipse">
                  <a:avLst/>
                </a:prstGeom>
                <a:solidFill>
                  <a:schemeClr val="accent2"/>
                </a:solidFill>
                <a:ln w="28575">
                  <a:solidFill>
                    <a:schemeClr val="bg1"/>
                  </a:solidFill>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zh-CN" altLang="en-US">
                    <a:solidFill>
                      <a:srgbClr val="000000"/>
                    </a:solidFill>
                  </a:endParaRPr>
                </a:p>
              </p:txBody>
            </p:sp>
            <p:sp>
              <p:nvSpPr>
                <p:cNvPr id="25" name="îṣľîḓê">
                  <a:extLst>
                    <a:ext uri="{FF2B5EF4-FFF2-40B4-BE49-F238E27FC236}">
                      <a16:creationId xmlns:a16="http://schemas.microsoft.com/office/drawing/2014/main" id="{0BC7FB0B-4561-4707-9437-EA5DB33DD03C}"/>
                    </a:ext>
                  </a:extLst>
                </p:cNvPr>
                <p:cNvSpPr/>
                <p:nvPr/>
              </p:nvSpPr>
              <p:spPr bwMode="auto">
                <a:xfrm>
                  <a:off x="777874" y="1760675"/>
                  <a:ext cx="365126" cy="274270"/>
                </a:xfrm>
                <a:custGeom>
                  <a:avLst/>
                  <a:gdLst>
                    <a:gd name="connsiteX0" fmla="*/ 126207 w 338138"/>
                    <a:gd name="connsiteY0" fmla="*/ 209550 h 254000"/>
                    <a:gd name="connsiteX1" fmla="*/ 134939 w 338138"/>
                    <a:gd name="connsiteY1" fmla="*/ 218282 h 254000"/>
                    <a:gd name="connsiteX2" fmla="*/ 126207 w 338138"/>
                    <a:gd name="connsiteY2" fmla="*/ 227014 h 254000"/>
                    <a:gd name="connsiteX3" fmla="*/ 117475 w 338138"/>
                    <a:gd name="connsiteY3" fmla="*/ 218282 h 254000"/>
                    <a:gd name="connsiteX4" fmla="*/ 126207 w 338138"/>
                    <a:gd name="connsiteY4" fmla="*/ 209550 h 254000"/>
                    <a:gd name="connsiteX5" fmla="*/ 113506 w 338138"/>
                    <a:gd name="connsiteY5" fmla="*/ 200025 h 254000"/>
                    <a:gd name="connsiteX6" fmla="*/ 101600 w 338138"/>
                    <a:gd name="connsiteY6" fmla="*/ 210535 h 254000"/>
                    <a:gd name="connsiteX7" fmla="*/ 101600 w 338138"/>
                    <a:gd name="connsiteY7" fmla="*/ 227615 h 254000"/>
                    <a:gd name="connsiteX8" fmla="*/ 113506 w 338138"/>
                    <a:gd name="connsiteY8" fmla="*/ 238125 h 254000"/>
                    <a:gd name="connsiteX9" fmla="*/ 224632 w 338138"/>
                    <a:gd name="connsiteY9" fmla="*/ 238125 h 254000"/>
                    <a:gd name="connsiteX10" fmla="*/ 236538 w 338138"/>
                    <a:gd name="connsiteY10" fmla="*/ 227615 h 254000"/>
                    <a:gd name="connsiteX11" fmla="*/ 236538 w 338138"/>
                    <a:gd name="connsiteY11" fmla="*/ 210535 h 254000"/>
                    <a:gd name="connsiteX12" fmla="*/ 224632 w 338138"/>
                    <a:gd name="connsiteY12" fmla="*/ 200025 h 254000"/>
                    <a:gd name="connsiteX13" fmla="*/ 113506 w 338138"/>
                    <a:gd name="connsiteY13" fmla="*/ 200025 h 254000"/>
                    <a:gd name="connsiteX14" fmla="*/ 126207 w 338138"/>
                    <a:gd name="connsiteY14" fmla="*/ 163513 h 254000"/>
                    <a:gd name="connsiteX15" fmla="*/ 134939 w 338138"/>
                    <a:gd name="connsiteY15" fmla="*/ 171451 h 254000"/>
                    <a:gd name="connsiteX16" fmla="*/ 126207 w 338138"/>
                    <a:gd name="connsiteY16" fmla="*/ 179389 h 254000"/>
                    <a:gd name="connsiteX17" fmla="*/ 117475 w 338138"/>
                    <a:gd name="connsiteY17" fmla="*/ 171451 h 254000"/>
                    <a:gd name="connsiteX18" fmla="*/ 126207 w 338138"/>
                    <a:gd name="connsiteY18" fmla="*/ 163513 h 254000"/>
                    <a:gd name="connsiteX19" fmla="*/ 113506 w 338138"/>
                    <a:gd name="connsiteY19" fmla="*/ 152400 h 254000"/>
                    <a:gd name="connsiteX20" fmla="*/ 101600 w 338138"/>
                    <a:gd name="connsiteY20" fmla="*/ 162910 h 254000"/>
                    <a:gd name="connsiteX21" fmla="*/ 101600 w 338138"/>
                    <a:gd name="connsiteY21" fmla="*/ 179990 h 254000"/>
                    <a:gd name="connsiteX22" fmla="*/ 113506 w 338138"/>
                    <a:gd name="connsiteY22" fmla="*/ 190500 h 254000"/>
                    <a:gd name="connsiteX23" fmla="*/ 224632 w 338138"/>
                    <a:gd name="connsiteY23" fmla="*/ 190500 h 254000"/>
                    <a:gd name="connsiteX24" fmla="*/ 236538 w 338138"/>
                    <a:gd name="connsiteY24" fmla="*/ 179990 h 254000"/>
                    <a:gd name="connsiteX25" fmla="*/ 236538 w 338138"/>
                    <a:gd name="connsiteY25" fmla="*/ 162910 h 254000"/>
                    <a:gd name="connsiteX26" fmla="*/ 224632 w 338138"/>
                    <a:gd name="connsiteY26" fmla="*/ 152400 h 254000"/>
                    <a:gd name="connsiteX27" fmla="*/ 113506 w 338138"/>
                    <a:gd name="connsiteY27" fmla="*/ 152400 h 254000"/>
                    <a:gd name="connsiteX28" fmla="*/ 126207 w 338138"/>
                    <a:gd name="connsiteY28" fmla="*/ 115888 h 254000"/>
                    <a:gd name="connsiteX29" fmla="*/ 134939 w 338138"/>
                    <a:gd name="connsiteY29" fmla="*/ 124620 h 254000"/>
                    <a:gd name="connsiteX30" fmla="*/ 126207 w 338138"/>
                    <a:gd name="connsiteY30" fmla="*/ 133352 h 254000"/>
                    <a:gd name="connsiteX31" fmla="*/ 117475 w 338138"/>
                    <a:gd name="connsiteY31" fmla="*/ 124620 h 254000"/>
                    <a:gd name="connsiteX32" fmla="*/ 126207 w 338138"/>
                    <a:gd name="connsiteY32" fmla="*/ 115888 h 254000"/>
                    <a:gd name="connsiteX33" fmla="*/ 113506 w 338138"/>
                    <a:gd name="connsiteY33" fmla="*/ 104775 h 254000"/>
                    <a:gd name="connsiteX34" fmla="*/ 101600 w 338138"/>
                    <a:gd name="connsiteY34" fmla="*/ 115285 h 254000"/>
                    <a:gd name="connsiteX35" fmla="*/ 101600 w 338138"/>
                    <a:gd name="connsiteY35" fmla="*/ 132365 h 254000"/>
                    <a:gd name="connsiteX36" fmla="*/ 113506 w 338138"/>
                    <a:gd name="connsiteY36" fmla="*/ 142875 h 254000"/>
                    <a:gd name="connsiteX37" fmla="*/ 224632 w 338138"/>
                    <a:gd name="connsiteY37" fmla="*/ 142875 h 254000"/>
                    <a:gd name="connsiteX38" fmla="*/ 236538 w 338138"/>
                    <a:gd name="connsiteY38" fmla="*/ 132365 h 254000"/>
                    <a:gd name="connsiteX39" fmla="*/ 236538 w 338138"/>
                    <a:gd name="connsiteY39" fmla="*/ 115285 h 254000"/>
                    <a:gd name="connsiteX40" fmla="*/ 224632 w 338138"/>
                    <a:gd name="connsiteY40" fmla="*/ 104775 h 254000"/>
                    <a:gd name="connsiteX41" fmla="*/ 113506 w 338138"/>
                    <a:gd name="connsiteY41" fmla="*/ 104775 h 254000"/>
                    <a:gd name="connsiteX42" fmla="*/ 163786 w 338138"/>
                    <a:gd name="connsiteY42" fmla="*/ 0 h 254000"/>
                    <a:gd name="connsiteX43" fmla="*/ 220582 w 338138"/>
                    <a:gd name="connsiteY43" fmla="*/ 22373 h 254000"/>
                    <a:gd name="connsiteX44" fmla="*/ 244358 w 338138"/>
                    <a:gd name="connsiteY44" fmla="*/ 64487 h 254000"/>
                    <a:gd name="connsiteX45" fmla="*/ 254924 w 338138"/>
                    <a:gd name="connsiteY45" fmla="*/ 63171 h 254000"/>
                    <a:gd name="connsiteX46" fmla="*/ 338138 w 338138"/>
                    <a:gd name="connsiteY46" fmla="*/ 147399 h 254000"/>
                    <a:gd name="connsiteX47" fmla="*/ 254924 w 338138"/>
                    <a:gd name="connsiteY47" fmla="*/ 230311 h 254000"/>
                    <a:gd name="connsiteX48" fmla="*/ 250962 w 338138"/>
                    <a:gd name="connsiteY48" fmla="*/ 230311 h 254000"/>
                    <a:gd name="connsiteX49" fmla="*/ 224545 w 338138"/>
                    <a:gd name="connsiteY49" fmla="*/ 254000 h 254000"/>
                    <a:gd name="connsiteX50" fmla="*/ 113593 w 338138"/>
                    <a:gd name="connsiteY50" fmla="*/ 254000 h 254000"/>
                    <a:gd name="connsiteX51" fmla="*/ 87176 w 338138"/>
                    <a:gd name="connsiteY51" fmla="*/ 230311 h 254000"/>
                    <a:gd name="connsiteX52" fmla="*/ 83214 w 338138"/>
                    <a:gd name="connsiteY52" fmla="*/ 230311 h 254000"/>
                    <a:gd name="connsiteX53" fmla="*/ 0 w 338138"/>
                    <a:gd name="connsiteY53" fmla="*/ 147399 h 254000"/>
                    <a:gd name="connsiteX54" fmla="*/ 81893 w 338138"/>
                    <a:gd name="connsiteY54" fmla="*/ 63171 h 254000"/>
                    <a:gd name="connsiteX55" fmla="*/ 163786 w 338138"/>
                    <a:gd name="connsiteY55"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38138" h="254000">
                      <a:moveTo>
                        <a:pt x="126207" y="209550"/>
                      </a:moveTo>
                      <a:cubicBezTo>
                        <a:pt x="131030" y="209550"/>
                        <a:pt x="134939" y="213459"/>
                        <a:pt x="134939" y="218282"/>
                      </a:cubicBezTo>
                      <a:cubicBezTo>
                        <a:pt x="134939" y="223105"/>
                        <a:pt x="131030" y="227014"/>
                        <a:pt x="126207" y="227014"/>
                      </a:cubicBezTo>
                      <a:cubicBezTo>
                        <a:pt x="121384" y="227014"/>
                        <a:pt x="117475" y="223105"/>
                        <a:pt x="117475" y="218282"/>
                      </a:cubicBezTo>
                      <a:cubicBezTo>
                        <a:pt x="117475" y="213459"/>
                        <a:pt x="121384" y="209550"/>
                        <a:pt x="126207" y="209550"/>
                      </a:cubicBezTo>
                      <a:close/>
                      <a:moveTo>
                        <a:pt x="113506" y="200025"/>
                      </a:moveTo>
                      <a:cubicBezTo>
                        <a:pt x="106892" y="200025"/>
                        <a:pt x="101600" y="205280"/>
                        <a:pt x="101600" y="210535"/>
                      </a:cubicBezTo>
                      <a:cubicBezTo>
                        <a:pt x="101600" y="210535"/>
                        <a:pt x="101600" y="210535"/>
                        <a:pt x="101600" y="227615"/>
                      </a:cubicBezTo>
                      <a:cubicBezTo>
                        <a:pt x="101600" y="234184"/>
                        <a:pt x="106892" y="238125"/>
                        <a:pt x="113506" y="238125"/>
                      </a:cubicBezTo>
                      <a:cubicBezTo>
                        <a:pt x="113506" y="238125"/>
                        <a:pt x="113506" y="238125"/>
                        <a:pt x="224632" y="238125"/>
                      </a:cubicBezTo>
                      <a:cubicBezTo>
                        <a:pt x="231246" y="238125"/>
                        <a:pt x="236538" y="234184"/>
                        <a:pt x="236538" y="227615"/>
                      </a:cubicBezTo>
                      <a:lnTo>
                        <a:pt x="236538" y="210535"/>
                      </a:lnTo>
                      <a:cubicBezTo>
                        <a:pt x="236538" y="205280"/>
                        <a:pt x="231246" y="200025"/>
                        <a:pt x="224632" y="200025"/>
                      </a:cubicBezTo>
                      <a:cubicBezTo>
                        <a:pt x="224632" y="200025"/>
                        <a:pt x="224632" y="200025"/>
                        <a:pt x="113506" y="200025"/>
                      </a:cubicBezTo>
                      <a:close/>
                      <a:moveTo>
                        <a:pt x="126207" y="163513"/>
                      </a:moveTo>
                      <a:cubicBezTo>
                        <a:pt x="131030" y="163513"/>
                        <a:pt x="134939" y="167067"/>
                        <a:pt x="134939" y="171451"/>
                      </a:cubicBezTo>
                      <a:cubicBezTo>
                        <a:pt x="134939" y="175835"/>
                        <a:pt x="131030" y="179389"/>
                        <a:pt x="126207" y="179389"/>
                      </a:cubicBezTo>
                      <a:cubicBezTo>
                        <a:pt x="121384" y="179389"/>
                        <a:pt x="117475" y="175835"/>
                        <a:pt x="117475" y="171451"/>
                      </a:cubicBezTo>
                      <a:cubicBezTo>
                        <a:pt x="117475" y="167067"/>
                        <a:pt x="121384" y="163513"/>
                        <a:pt x="126207" y="163513"/>
                      </a:cubicBezTo>
                      <a:close/>
                      <a:moveTo>
                        <a:pt x="113506" y="152400"/>
                      </a:moveTo>
                      <a:cubicBezTo>
                        <a:pt x="106892" y="152400"/>
                        <a:pt x="101600" y="157655"/>
                        <a:pt x="101600" y="162910"/>
                      </a:cubicBezTo>
                      <a:cubicBezTo>
                        <a:pt x="101600" y="162910"/>
                        <a:pt x="101600" y="162910"/>
                        <a:pt x="101600" y="179990"/>
                      </a:cubicBezTo>
                      <a:cubicBezTo>
                        <a:pt x="101600" y="185245"/>
                        <a:pt x="106892" y="190500"/>
                        <a:pt x="113506" y="190500"/>
                      </a:cubicBezTo>
                      <a:cubicBezTo>
                        <a:pt x="113506" y="190500"/>
                        <a:pt x="113506" y="190500"/>
                        <a:pt x="224632" y="190500"/>
                      </a:cubicBezTo>
                      <a:cubicBezTo>
                        <a:pt x="231246" y="190500"/>
                        <a:pt x="236538" y="185245"/>
                        <a:pt x="236538" y="179990"/>
                      </a:cubicBezTo>
                      <a:lnTo>
                        <a:pt x="236538" y="162910"/>
                      </a:lnTo>
                      <a:cubicBezTo>
                        <a:pt x="236538" y="157655"/>
                        <a:pt x="231246" y="152400"/>
                        <a:pt x="224632" y="152400"/>
                      </a:cubicBezTo>
                      <a:cubicBezTo>
                        <a:pt x="224632" y="152400"/>
                        <a:pt x="224632" y="152400"/>
                        <a:pt x="113506" y="152400"/>
                      </a:cubicBezTo>
                      <a:close/>
                      <a:moveTo>
                        <a:pt x="126207" y="115888"/>
                      </a:moveTo>
                      <a:cubicBezTo>
                        <a:pt x="131030" y="115888"/>
                        <a:pt x="134939" y="119797"/>
                        <a:pt x="134939" y="124620"/>
                      </a:cubicBezTo>
                      <a:cubicBezTo>
                        <a:pt x="134939" y="129443"/>
                        <a:pt x="131030" y="133352"/>
                        <a:pt x="126207" y="133352"/>
                      </a:cubicBezTo>
                      <a:cubicBezTo>
                        <a:pt x="121384" y="133352"/>
                        <a:pt x="117475" y="129443"/>
                        <a:pt x="117475" y="124620"/>
                      </a:cubicBezTo>
                      <a:cubicBezTo>
                        <a:pt x="117475" y="119797"/>
                        <a:pt x="121384" y="115888"/>
                        <a:pt x="126207" y="115888"/>
                      </a:cubicBezTo>
                      <a:close/>
                      <a:moveTo>
                        <a:pt x="113506" y="104775"/>
                      </a:moveTo>
                      <a:cubicBezTo>
                        <a:pt x="106892" y="104775"/>
                        <a:pt x="101600" y="110030"/>
                        <a:pt x="101600" y="115285"/>
                      </a:cubicBezTo>
                      <a:cubicBezTo>
                        <a:pt x="101600" y="115285"/>
                        <a:pt x="101600" y="115285"/>
                        <a:pt x="101600" y="132365"/>
                      </a:cubicBezTo>
                      <a:cubicBezTo>
                        <a:pt x="101600" y="137620"/>
                        <a:pt x="106892" y="142875"/>
                        <a:pt x="113506" y="142875"/>
                      </a:cubicBezTo>
                      <a:cubicBezTo>
                        <a:pt x="113506" y="142875"/>
                        <a:pt x="113506" y="142875"/>
                        <a:pt x="224632" y="142875"/>
                      </a:cubicBezTo>
                      <a:cubicBezTo>
                        <a:pt x="231246" y="142875"/>
                        <a:pt x="236538" y="137620"/>
                        <a:pt x="236538" y="132365"/>
                      </a:cubicBezTo>
                      <a:lnTo>
                        <a:pt x="236538" y="115285"/>
                      </a:lnTo>
                      <a:cubicBezTo>
                        <a:pt x="236538" y="110030"/>
                        <a:pt x="231246" y="104775"/>
                        <a:pt x="224632" y="104775"/>
                      </a:cubicBezTo>
                      <a:cubicBezTo>
                        <a:pt x="224632" y="104775"/>
                        <a:pt x="224632" y="104775"/>
                        <a:pt x="113506" y="104775"/>
                      </a:cubicBezTo>
                      <a:close/>
                      <a:moveTo>
                        <a:pt x="163786" y="0"/>
                      </a:moveTo>
                      <a:cubicBezTo>
                        <a:pt x="184919" y="0"/>
                        <a:pt x="204732" y="7896"/>
                        <a:pt x="220582" y="22373"/>
                      </a:cubicBezTo>
                      <a:cubicBezTo>
                        <a:pt x="232470" y="34218"/>
                        <a:pt x="240395" y="48694"/>
                        <a:pt x="244358" y="64487"/>
                      </a:cubicBezTo>
                      <a:cubicBezTo>
                        <a:pt x="248320" y="63171"/>
                        <a:pt x="250962" y="63171"/>
                        <a:pt x="254924" y="63171"/>
                      </a:cubicBezTo>
                      <a:cubicBezTo>
                        <a:pt x="301154" y="63171"/>
                        <a:pt x="338138" y="101337"/>
                        <a:pt x="338138" y="147399"/>
                      </a:cubicBezTo>
                      <a:cubicBezTo>
                        <a:pt x="338138" y="193461"/>
                        <a:pt x="301154" y="230311"/>
                        <a:pt x="254924" y="230311"/>
                      </a:cubicBezTo>
                      <a:cubicBezTo>
                        <a:pt x="254924" y="230311"/>
                        <a:pt x="254924" y="230311"/>
                        <a:pt x="250962" y="230311"/>
                      </a:cubicBezTo>
                      <a:cubicBezTo>
                        <a:pt x="249641" y="243472"/>
                        <a:pt x="239074" y="254000"/>
                        <a:pt x="224545" y="254000"/>
                      </a:cubicBezTo>
                      <a:cubicBezTo>
                        <a:pt x="224545" y="254000"/>
                        <a:pt x="224545" y="254000"/>
                        <a:pt x="113593" y="254000"/>
                      </a:cubicBezTo>
                      <a:cubicBezTo>
                        <a:pt x="99064" y="254000"/>
                        <a:pt x="88497" y="243472"/>
                        <a:pt x="87176" y="230311"/>
                      </a:cubicBezTo>
                      <a:cubicBezTo>
                        <a:pt x="87176" y="230311"/>
                        <a:pt x="87176" y="230311"/>
                        <a:pt x="83214" y="230311"/>
                      </a:cubicBezTo>
                      <a:cubicBezTo>
                        <a:pt x="36984" y="230311"/>
                        <a:pt x="0" y="193461"/>
                        <a:pt x="0" y="147399"/>
                      </a:cubicBezTo>
                      <a:cubicBezTo>
                        <a:pt x="0" y="101337"/>
                        <a:pt x="36984" y="64487"/>
                        <a:pt x="81893" y="63171"/>
                      </a:cubicBezTo>
                      <a:cubicBezTo>
                        <a:pt x="91139" y="26321"/>
                        <a:pt x="124160" y="0"/>
                        <a:pt x="163786"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rgbClr val="000000"/>
                    </a:solidFill>
                  </a:endParaRPr>
                </a:p>
              </p:txBody>
            </p:sp>
          </p:grpSp>
          <p:grpSp>
            <p:nvGrpSpPr>
              <p:cNvPr id="21" name="ïṡļidè">
                <a:extLst>
                  <a:ext uri="{FF2B5EF4-FFF2-40B4-BE49-F238E27FC236}">
                    <a16:creationId xmlns:a16="http://schemas.microsoft.com/office/drawing/2014/main" id="{301130F2-1E11-4B55-A676-4B50CD5BAEC2}"/>
                  </a:ext>
                </a:extLst>
              </p:cNvPr>
              <p:cNvGrpSpPr/>
              <p:nvPr/>
            </p:nvGrpSpPr>
            <p:grpSpPr>
              <a:xfrm>
                <a:off x="673100" y="4049361"/>
                <a:ext cx="1866900" cy="1188833"/>
                <a:chOff x="975294" y="4249996"/>
                <a:chExt cx="1833891" cy="1188833"/>
              </a:xfrm>
            </p:grpSpPr>
            <p:sp>
              <p:nvSpPr>
                <p:cNvPr id="22" name="íṩḷîďê">
                  <a:extLst>
                    <a:ext uri="{FF2B5EF4-FFF2-40B4-BE49-F238E27FC236}">
                      <a16:creationId xmlns:a16="http://schemas.microsoft.com/office/drawing/2014/main" id="{8F12396B-EBF0-414D-9A81-C3C54851C18A}"/>
                    </a:ext>
                  </a:extLst>
                </p:cNvPr>
                <p:cNvSpPr/>
                <p:nvPr/>
              </p:nvSpPr>
              <p:spPr>
                <a:xfrm>
                  <a:off x="975294" y="4249996"/>
                  <a:ext cx="1833891" cy="446072"/>
                </a:xfrm>
                <a:prstGeom prst="rect">
                  <a:avLst/>
                </a:prstGeom>
                <a:noFill/>
                <a:ln>
                  <a:noFill/>
                </a:ln>
              </p:spPr>
              <p:txBody>
                <a:bodyPr wrap="square" lIns="91440" tIns="45720" rIns="91440" bIns="45720" anchor="ctr">
                  <a:normAutofit/>
                </a:bodyPr>
                <a:lstStyle/>
                <a:p>
                  <a:pPr lvl="0" algn="ctr" fontAlgn="base">
                    <a:spcBef>
                      <a:spcPct val="0"/>
                    </a:spcBef>
                    <a:spcAft>
                      <a:spcPct val="0"/>
                    </a:spcAft>
                    <a:tabLst>
                      <a:tab pos="227965" algn="l"/>
                    </a:tabLst>
                    <a:defRPr/>
                  </a:pPr>
                  <a:r>
                    <a:rPr lang="zh-CN" altLang="en-US" sz="1600" b="1" dirty="0">
                      <a:solidFill>
                        <a:srgbClr val="000000"/>
                      </a:solidFill>
                    </a:rPr>
                    <a:t>输入文本</a:t>
                  </a:r>
                  <a:endParaRPr lang="en-US" altLang="zh-CN" sz="1600" b="1" dirty="0">
                    <a:solidFill>
                      <a:srgbClr val="000000"/>
                    </a:solidFill>
                  </a:endParaRPr>
                </a:p>
              </p:txBody>
            </p:sp>
            <p:sp>
              <p:nvSpPr>
                <p:cNvPr id="23" name="ïslîďe">
                  <a:extLst>
                    <a:ext uri="{FF2B5EF4-FFF2-40B4-BE49-F238E27FC236}">
                      <a16:creationId xmlns:a16="http://schemas.microsoft.com/office/drawing/2014/main" id="{49EFFB2D-58CE-4431-8FF7-6E1D333AD226}"/>
                    </a:ext>
                  </a:extLst>
                </p:cNvPr>
                <p:cNvSpPr/>
                <p:nvPr/>
              </p:nvSpPr>
              <p:spPr>
                <a:xfrm>
                  <a:off x="975294" y="4805629"/>
                  <a:ext cx="1833891" cy="633200"/>
                </a:xfrm>
                <a:prstGeom prst="snip2SameRect">
                  <a:avLst>
                    <a:gd name="adj1" fmla="val 0"/>
                    <a:gd name="adj2" fmla="val 0"/>
                  </a:avLst>
                </a:prstGeom>
                <a:ln>
                  <a:noFill/>
                </a:ln>
              </p:spPr>
              <p:txBody>
                <a:bodyPr wrap="square" lIns="91440" tIns="45720" rIns="91440" bIns="45720" anchor="t">
                  <a:noAutofit/>
                </a:body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grpSp>
          <p:nvGrpSpPr>
            <p:cNvPr id="13" name="íšļíďé">
              <a:extLst>
                <a:ext uri="{FF2B5EF4-FFF2-40B4-BE49-F238E27FC236}">
                  <a16:creationId xmlns:a16="http://schemas.microsoft.com/office/drawing/2014/main" id="{09EC6D26-644B-4D81-B65C-45397B87C7D6}"/>
                </a:ext>
              </a:extLst>
            </p:cNvPr>
            <p:cNvGrpSpPr/>
            <p:nvPr/>
          </p:nvGrpSpPr>
          <p:grpSpPr>
            <a:xfrm>
              <a:off x="5041900" y="3343279"/>
              <a:ext cx="1866900" cy="1894915"/>
              <a:chOff x="673100" y="3343279"/>
              <a:chExt cx="1866900" cy="1894915"/>
            </a:xfrm>
          </p:grpSpPr>
          <p:grpSp>
            <p:nvGrpSpPr>
              <p:cNvPr id="14" name="íSļïḍe">
                <a:extLst>
                  <a:ext uri="{FF2B5EF4-FFF2-40B4-BE49-F238E27FC236}">
                    <a16:creationId xmlns:a16="http://schemas.microsoft.com/office/drawing/2014/main" id="{3714C81A-3C75-4BBD-BD73-308E2E56E12F}"/>
                  </a:ext>
                </a:extLst>
              </p:cNvPr>
              <p:cNvGrpSpPr/>
              <p:nvPr/>
            </p:nvGrpSpPr>
            <p:grpSpPr>
              <a:xfrm>
                <a:off x="1316037" y="3343279"/>
                <a:ext cx="581026" cy="581022"/>
                <a:chOff x="669925" y="1607300"/>
                <a:chExt cx="581026" cy="581022"/>
              </a:xfrm>
            </p:grpSpPr>
            <p:sp>
              <p:nvSpPr>
                <p:cNvPr id="18" name="ïṧḻïḑê">
                  <a:extLst>
                    <a:ext uri="{FF2B5EF4-FFF2-40B4-BE49-F238E27FC236}">
                      <a16:creationId xmlns:a16="http://schemas.microsoft.com/office/drawing/2014/main" id="{5365D42C-A444-4811-8B9D-537FCDC70D0F}"/>
                    </a:ext>
                  </a:extLst>
                </p:cNvPr>
                <p:cNvSpPr/>
                <p:nvPr/>
              </p:nvSpPr>
              <p:spPr bwMode="auto">
                <a:xfrm>
                  <a:off x="669925" y="1607300"/>
                  <a:ext cx="581026" cy="581022"/>
                </a:xfrm>
                <a:prstGeom prst="ellipse">
                  <a:avLst/>
                </a:prstGeom>
                <a:solidFill>
                  <a:schemeClr val="accent1"/>
                </a:solidFill>
                <a:ln w="28575">
                  <a:solidFill>
                    <a:schemeClr val="bg1"/>
                  </a:solidFill>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zh-CN" altLang="en-US">
                    <a:solidFill>
                      <a:srgbClr val="000000"/>
                    </a:solidFill>
                  </a:endParaRPr>
                </a:p>
              </p:txBody>
            </p:sp>
            <p:sp>
              <p:nvSpPr>
                <p:cNvPr id="19" name="íŝ1íḍè">
                  <a:extLst>
                    <a:ext uri="{FF2B5EF4-FFF2-40B4-BE49-F238E27FC236}">
                      <a16:creationId xmlns:a16="http://schemas.microsoft.com/office/drawing/2014/main" id="{D823611A-D1B9-4326-B1F4-BF75D6937E35}"/>
                    </a:ext>
                  </a:extLst>
                </p:cNvPr>
                <p:cNvSpPr/>
                <p:nvPr/>
              </p:nvSpPr>
              <p:spPr bwMode="auto">
                <a:xfrm>
                  <a:off x="777874" y="1760675"/>
                  <a:ext cx="365126" cy="274270"/>
                </a:xfrm>
                <a:custGeom>
                  <a:avLst/>
                  <a:gdLst>
                    <a:gd name="connsiteX0" fmla="*/ 126207 w 338138"/>
                    <a:gd name="connsiteY0" fmla="*/ 209550 h 254000"/>
                    <a:gd name="connsiteX1" fmla="*/ 134939 w 338138"/>
                    <a:gd name="connsiteY1" fmla="*/ 218282 h 254000"/>
                    <a:gd name="connsiteX2" fmla="*/ 126207 w 338138"/>
                    <a:gd name="connsiteY2" fmla="*/ 227014 h 254000"/>
                    <a:gd name="connsiteX3" fmla="*/ 117475 w 338138"/>
                    <a:gd name="connsiteY3" fmla="*/ 218282 h 254000"/>
                    <a:gd name="connsiteX4" fmla="*/ 126207 w 338138"/>
                    <a:gd name="connsiteY4" fmla="*/ 209550 h 254000"/>
                    <a:gd name="connsiteX5" fmla="*/ 113506 w 338138"/>
                    <a:gd name="connsiteY5" fmla="*/ 200025 h 254000"/>
                    <a:gd name="connsiteX6" fmla="*/ 101600 w 338138"/>
                    <a:gd name="connsiteY6" fmla="*/ 210535 h 254000"/>
                    <a:gd name="connsiteX7" fmla="*/ 101600 w 338138"/>
                    <a:gd name="connsiteY7" fmla="*/ 227615 h 254000"/>
                    <a:gd name="connsiteX8" fmla="*/ 113506 w 338138"/>
                    <a:gd name="connsiteY8" fmla="*/ 238125 h 254000"/>
                    <a:gd name="connsiteX9" fmla="*/ 224632 w 338138"/>
                    <a:gd name="connsiteY9" fmla="*/ 238125 h 254000"/>
                    <a:gd name="connsiteX10" fmla="*/ 236538 w 338138"/>
                    <a:gd name="connsiteY10" fmla="*/ 227615 h 254000"/>
                    <a:gd name="connsiteX11" fmla="*/ 236538 w 338138"/>
                    <a:gd name="connsiteY11" fmla="*/ 210535 h 254000"/>
                    <a:gd name="connsiteX12" fmla="*/ 224632 w 338138"/>
                    <a:gd name="connsiteY12" fmla="*/ 200025 h 254000"/>
                    <a:gd name="connsiteX13" fmla="*/ 113506 w 338138"/>
                    <a:gd name="connsiteY13" fmla="*/ 200025 h 254000"/>
                    <a:gd name="connsiteX14" fmla="*/ 126207 w 338138"/>
                    <a:gd name="connsiteY14" fmla="*/ 163513 h 254000"/>
                    <a:gd name="connsiteX15" fmla="*/ 134939 w 338138"/>
                    <a:gd name="connsiteY15" fmla="*/ 171451 h 254000"/>
                    <a:gd name="connsiteX16" fmla="*/ 126207 w 338138"/>
                    <a:gd name="connsiteY16" fmla="*/ 179389 h 254000"/>
                    <a:gd name="connsiteX17" fmla="*/ 117475 w 338138"/>
                    <a:gd name="connsiteY17" fmla="*/ 171451 h 254000"/>
                    <a:gd name="connsiteX18" fmla="*/ 126207 w 338138"/>
                    <a:gd name="connsiteY18" fmla="*/ 163513 h 254000"/>
                    <a:gd name="connsiteX19" fmla="*/ 113506 w 338138"/>
                    <a:gd name="connsiteY19" fmla="*/ 152400 h 254000"/>
                    <a:gd name="connsiteX20" fmla="*/ 101600 w 338138"/>
                    <a:gd name="connsiteY20" fmla="*/ 162910 h 254000"/>
                    <a:gd name="connsiteX21" fmla="*/ 101600 w 338138"/>
                    <a:gd name="connsiteY21" fmla="*/ 179990 h 254000"/>
                    <a:gd name="connsiteX22" fmla="*/ 113506 w 338138"/>
                    <a:gd name="connsiteY22" fmla="*/ 190500 h 254000"/>
                    <a:gd name="connsiteX23" fmla="*/ 224632 w 338138"/>
                    <a:gd name="connsiteY23" fmla="*/ 190500 h 254000"/>
                    <a:gd name="connsiteX24" fmla="*/ 236538 w 338138"/>
                    <a:gd name="connsiteY24" fmla="*/ 179990 h 254000"/>
                    <a:gd name="connsiteX25" fmla="*/ 236538 w 338138"/>
                    <a:gd name="connsiteY25" fmla="*/ 162910 h 254000"/>
                    <a:gd name="connsiteX26" fmla="*/ 224632 w 338138"/>
                    <a:gd name="connsiteY26" fmla="*/ 152400 h 254000"/>
                    <a:gd name="connsiteX27" fmla="*/ 113506 w 338138"/>
                    <a:gd name="connsiteY27" fmla="*/ 152400 h 254000"/>
                    <a:gd name="connsiteX28" fmla="*/ 126207 w 338138"/>
                    <a:gd name="connsiteY28" fmla="*/ 115888 h 254000"/>
                    <a:gd name="connsiteX29" fmla="*/ 134939 w 338138"/>
                    <a:gd name="connsiteY29" fmla="*/ 124620 h 254000"/>
                    <a:gd name="connsiteX30" fmla="*/ 126207 w 338138"/>
                    <a:gd name="connsiteY30" fmla="*/ 133352 h 254000"/>
                    <a:gd name="connsiteX31" fmla="*/ 117475 w 338138"/>
                    <a:gd name="connsiteY31" fmla="*/ 124620 h 254000"/>
                    <a:gd name="connsiteX32" fmla="*/ 126207 w 338138"/>
                    <a:gd name="connsiteY32" fmla="*/ 115888 h 254000"/>
                    <a:gd name="connsiteX33" fmla="*/ 113506 w 338138"/>
                    <a:gd name="connsiteY33" fmla="*/ 104775 h 254000"/>
                    <a:gd name="connsiteX34" fmla="*/ 101600 w 338138"/>
                    <a:gd name="connsiteY34" fmla="*/ 115285 h 254000"/>
                    <a:gd name="connsiteX35" fmla="*/ 101600 w 338138"/>
                    <a:gd name="connsiteY35" fmla="*/ 132365 h 254000"/>
                    <a:gd name="connsiteX36" fmla="*/ 113506 w 338138"/>
                    <a:gd name="connsiteY36" fmla="*/ 142875 h 254000"/>
                    <a:gd name="connsiteX37" fmla="*/ 224632 w 338138"/>
                    <a:gd name="connsiteY37" fmla="*/ 142875 h 254000"/>
                    <a:gd name="connsiteX38" fmla="*/ 236538 w 338138"/>
                    <a:gd name="connsiteY38" fmla="*/ 132365 h 254000"/>
                    <a:gd name="connsiteX39" fmla="*/ 236538 w 338138"/>
                    <a:gd name="connsiteY39" fmla="*/ 115285 h 254000"/>
                    <a:gd name="connsiteX40" fmla="*/ 224632 w 338138"/>
                    <a:gd name="connsiteY40" fmla="*/ 104775 h 254000"/>
                    <a:gd name="connsiteX41" fmla="*/ 113506 w 338138"/>
                    <a:gd name="connsiteY41" fmla="*/ 104775 h 254000"/>
                    <a:gd name="connsiteX42" fmla="*/ 163786 w 338138"/>
                    <a:gd name="connsiteY42" fmla="*/ 0 h 254000"/>
                    <a:gd name="connsiteX43" fmla="*/ 220582 w 338138"/>
                    <a:gd name="connsiteY43" fmla="*/ 22373 h 254000"/>
                    <a:gd name="connsiteX44" fmla="*/ 244358 w 338138"/>
                    <a:gd name="connsiteY44" fmla="*/ 64487 h 254000"/>
                    <a:gd name="connsiteX45" fmla="*/ 254924 w 338138"/>
                    <a:gd name="connsiteY45" fmla="*/ 63171 h 254000"/>
                    <a:gd name="connsiteX46" fmla="*/ 338138 w 338138"/>
                    <a:gd name="connsiteY46" fmla="*/ 147399 h 254000"/>
                    <a:gd name="connsiteX47" fmla="*/ 254924 w 338138"/>
                    <a:gd name="connsiteY47" fmla="*/ 230311 h 254000"/>
                    <a:gd name="connsiteX48" fmla="*/ 250962 w 338138"/>
                    <a:gd name="connsiteY48" fmla="*/ 230311 h 254000"/>
                    <a:gd name="connsiteX49" fmla="*/ 224545 w 338138"/>
                    <a:gd name="connsiteY49" fmla="*/ 254000 h 254000"/>
                    <a:gd name="connsiteX50" fmla="*/ 113593 w 338138"/>
                    <a:gd name="connsiteY50" fmla="*/ 254000 h 254000"/>
                    <a:gd name="connsiteX51" fmla="*/ 87176 w 338138"/>
                    <a:gd name="connsiteY51" fmla="*/ 230311 h 254000"/>
                    <a:gd name="connsiteX52" fmla="*/ 83214 w 338138"/>
                    <a:gd name="connsiteY52" fmla="*/ 230311 h 254000"/>
                    <a:gd name="connsiteX53" fmla="*/ 0 w 338138"/>
                    <a:gd name="connsiteY53" fmla="*/ 147399 h 254000"/>
                    <a:gd name="connsiteX54" fmla="*/ 81893 w 338138"/>
                    <a:gd name="connsiteY54" fmla="*/ 63171 h 254000"/>
                    <a:gd name="connsiteX55" fmla="*/ 163786 w 338138"/>
                    <a:gd name="connsiteY55" fmla="*/ 0 h 2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38138" h="254000">
                      <a:moveTo>
                        <a:pt x="126207" y="209550"/>
                      </a:moveTo>
                      <a:cubicBezTo>
                        <a:pt x="131030" y="209550"/>
                        <a:pt x="134939" y="213459"/>
                        <a:pt x="134939" y="218282"/>
                      </a:cubicBezTo>
                      <a:cubicBezTo>
                        <a:pt x="134939" y="223105"/>
                        <a:pt x="131030" y="227014"/>
                        <a:pt x="126207" y="227014"/>
                      </a:cubicBezTo>
                      <a:cubicBezTo>
                        <a:pt x="121384" y="227014"/>
                        <a:pt x="117475" y="223105"/>
                        <a:pt x="117475" y="218282"/>
                      </a:cubicBezTo>
                      <a:cubicBezTo>
                        <a:pt x="117475" y="213459"/>
                        <a:pt x="121384" y="209550"/>
                        <a:pt x="126207" y="209550"/>
                      </a:cubicBezTo>
                      <a:close/>
                      <a:moveTo>
                        <a:pt x="113506" y="200025"/>
                      </a:moveTo>
                      <a:cubicBezTo>
                        <a:pt x="106892" y="200025"/>
                        <a:pt x="101600" y="205280"/>
                        <a:pt x="101600" y="210535"/>
                      </a:cubicBezTo>
                      <a:cubicBezTo>
                        <a:pt x="101600" y="210535"/>
                        <a:pt x="101600" y="210535"/>
                        <a:pt x="101600" y="227615"/>
                      </a:cubicBezTo>
                      <a:cubicBezTo>
                        <a:pt x="101600" y="234184"/>
                        <a:pt x="106892" y="238125"/>
                        <a:pt x="113506" y="238125"/>
                      </a:cubicBezTo>
                      <a:cubicBezTo>
                        <a:pt x="113506" y="238125"/>
                        <a:pt x="113506" y="238125"/>
                        <a:pt x="224632" y="238125"/>
                      </a:cubicBezTo>
                      <a:cubicBezTo>
                        <a:pt x="231246" y="238125"/>
                        <a:pt x="236538" y="234184"/>
                        <a:pt x="236538" y="227615"/>
                      </a:cubicBezTo>
                      <a:lnTo>
                        <a:pt x="236538" y="210535"/>
                      </a:lnTo>
                      <a:cubicBezTo>
                        <a:pt x="236538" y="205280"/>
                        <a:pt x="231246" y="200025"/>
                        <a:pt x="224632" y="200025"/>
                      </a:cubicBezTo>
                      <a:cubicBezTo>
                        <a:pt x="224632" y="200025"/>
                        <a:pt x="224632" y="200025"/>
                        <a:pt x="113506" y="200025"/>
                      </a:cubicBezTo>
                      <a:close/>
                      <a:moveTo>
                        <a:pt x="126207" y="163513"/>
                      </a:moveTo>
                      <a:cubicBezTo>
                        <a:pt x="131030" y="163513"/>
                        <a:pt x="134939" y="167067"/>
                        <a:pt x="134939" y="171451"/>
                      </a:cubicBezTo>
                      <a:cubicBezTo>
                        <a:pt x="134939" y="175835"/>
                        <a:pt x="131030" y="179389"/>
                        <a:pt x="126207" y="179389"/>
                      </a:cubicBezTo>
                      <a:cubicBezTo>
                        <a:pt x="121384" y="179389"/>
                        <a:pt x="117475" y="175835"/>
                        <a:pt x="117475" y="171451"/>
                      </a:cubicBezTo>
                      <a:cubicBezTo>
                        <a:pt x="117475" y="167067"/>
                        <a:pt x="121384" y="163513"/>
                        <a:pt x="126207" y="163513"/>
                      </a:cubicBezTo>
                      <a:close/>
                      <a:moveTo>
                        <a:pt x="113506" y="152400"/>
                      </a:moveTo>
                      <a:cubicBezTo>
                        <a:pt x="106892" y="152400"/>
                        <a:pt x="101600" y="157655"/>
                        <a:pt x="101600" y="162910"/>
                      </a:cubicBezTo>
                      <a:cubicBezTo>
                        <a:pt x="101600" y="162910"/>
                        <a:pt x="101600" y="162910"/>
                        <a:pt x="101600" y="179990"/>
                      </a:cubicBezTo>
                      <a:cubicBezTo>
                        <a:pt x="101600" y="185245"/>
                        <a:pt x="106892" y="190500"/>
                        <a:pt x="113506" y="190500"/>
                      </a:cubicBezTo>
                      <a:cubicBezTo>
                        <a:pt x="113506" y="190500"/>
                        <a:pt x="113506" y="190500"/>
                        <a:pt x="224632" y="190500"/>
                      </a:cubicBezTo>
                      <a:cubicBezTo>
                        <a:pt x="231246" y="190500"/>
                        <a:pt x="236538" y="185245"/>
                        <a:pt x="236538" y="179990"/>
                      </a:cubicBezTo>
                      <a:lnTo>
                        <a:pt x="236538" y="162910"/>
                      </a:lnTo>
                      <a:cubicBezTo>
                        <a:pt x="236538" y="157655"/>
                        <a:pt x="231246" y="152400"/>
                        <a:pt x="224632" y="152400"/>
                      </a:cubicBezTo>
                      <a:cubicBezTo>
                        <a:pt x="224632" y="152400"/>
                        <a:pt x="224632" y="152400"/>
                        <a:pt x="113506" y="152400"/>
                      </a:cubicBezTo>
                      <a:close/>
                      <a:moveTo>
                        <a:pt x="126207" y="115888"/>
                      </a:moveTo>
                      <a:cubicBezTo>
                        <a:pt x="131030" y="115888"/>
                        <a:pt x="134939" y="119797"/>
                        <a:pt x="134939" y="124620"/>
                      </a:cubicBezTo>
                      <a:cubicBezTo>
                        <a:pt x="134939" y="129443"/>
                        <a:pt x="131030" y="133352"/>
                        <a:pt x="126207" y="133352"/>
                      </a:cubicBezTo>
                      <a:cubicBezTo>
                        <a:pt x="121384" y="133352"/>
                        <a:pt x="117475" y="129443"/>
                        <a:pt x="117475" y="124620"/>
                      </a:cubicBezTo>
                      <a:cubicBezTo>
                        <a:pt x="117475" y="119797"/>
                        <a:pt x="121384" y="115888"/>
                        <a:pt x="126207" y="115888"/>
                      </a:cubicBezTo>
                      <a:close/>
                      <a:moveTo>
                        <a:pt x="113506" y="104775"/>
                      </a:moveTo>
                      <a:cubicBezTo>
                        <a:pt x="106892" y="104775"/>
                        <a:pt x="101600" y="110030"/>
                        <a:pt x="101600" y="115285"/>
                      </a:cubicBezTo>
                      <a:cubicBezTo>
                        <a:pt x="101600" y="115285"/>
                        <a:pt x="101600" y="115285"/>
                        <a:pt x="101600" y="132365"/>
                      </a:cubicBezTo>
                      <a:cubicBezTo>
                        <a:pt x="101600" y="137620"/>
                        <a:pt x="106892" y="142875"/>
                        <a:pt x="113506" y="142875"/>
                      </a:cubicBezTo>
                      <a:cubicBezTo>
                        <a:pt x="113506" y="142875"/>
                        <a:pt x="113506" y="142875"/>
                        <a:pt x="224632" y="142875"/>
                      </a:cubicBezTo>
                      <a:cubicBezTo>
                        <a:pt x="231246" y="142875"/>
                        <a:pt x="236538" y="137620"/>
                        <a:pt x="236538" y="132365"/>
                      </a:cubicBezTo>
                      <a:lnTo>
                        <a:pt x="236538" y="115285"/>
                      </a:lnTo>
                      <a:cubicBezTo>
                        <a:pt x="236538" y="110030"/>
                        <a:pt x="231246" y="104775"/>
                        <a:pt x="224632" y="104775"/>
                      </a:cubicBezTo>
                      <a:cubicBezTo>
                        <a:pt x="224632" y="104775"/>
                        <a:pt x="224632" y="104775"/>
                        <a:pt x="113506" y="104775"/>
                      </a:cubicBezTo>
                      <a:close/>
                      <a:moveTo>
                        <a:pt x="163786" y="0"/>
                      </a:moveTo>
                      <a:cubicBezTo>
                        <a:pt x="184919" y="0"/>
                        <a:pt x="204732" y="7896"/>
                        <a:pt x="220582" y="22373"/>
                      </a:cubicBezTo>
                      <a:cubicBezTo>
                        <a:pt x="232470" y="34218"/>
                        <a:pt x="240395" y="48694"/>
                        <a:pt x="244358" y="64487"/>
                      </a:cubicBezTo>
                      <a:cubicBezTo>
                        <a:pt x="248320" y="63171"/>
                        <a:pt x="250962" y="63171"/>
                        <a:pt x="254924" y="63171"/>
                      </a:cubicBezTo>
                      <a:cubicBezTo>
                        <a:pt x="301154" y="63171"/>
                        <a:pt x="338138" y="101337"/>
                        <a:pt x="338138" y="147399"/>
                      </a:cubicBezTo>
                      <a:cubicBezTo>
                        <a:pt x="338138" y="193461"/>
                        <a:pt x="301154" y="230311"/>
                        <a:pt x="254924" y="230311"/>
                      </a:cubicBezTo>
                      <a:cubicBezTo>
                        <a:pt x="254924" y="230311"/>
                        <a:pt x="254924" y="230311"/>
                        <a:pt x="250962" y="230311"/>
                      </a:cubicBezTo>
                      <a:cubicBezTo>
                        <a:pt x="249641" y="243472"/>
                        <a:pt x="239074" y="254000"/>
                        <a:pt x="224545" y="254000"/>
                      </a:cubicBezTo>
                      <a:cubicBezTo>
                        <a:pt x="224545" y="254000"/>
                        <a:pt x="224545" y="254000"/>
                        <a:pt x="113593" y="254000"/>
                      </a:cubicBezTo>
                      <a:cubicBezTo>
                        <a:pt x="99064" y="254000"/>
                        <a:pt x="88497" y="243472"/>
                        <a:pt x="87176" y="230311"/>
                      </a:cubicBezTo>
                      <a:cubicBezTo>
                        <a:pt x="87176" y="230311"/>
                        <a:pt x="87176" y="230311"/>
                        <a:pt x="83214" y="230311"/>
                      </a:cubicBezTo>
                      <a:cubicBezTo>
                        <a:pt x="36984" y="230311"/>
                        <a:pt x="0" y="193461"/>
                        <a:pt x="0" y="147399"/>
                      </a:cubicBezTo>
                      <a:cubicBezTo>
                        <a:pt x="0" y="101337"/>
                        <a:pt x="36984" y="64487"/>
                        <a:pt x="81893" y="63171"/>
                      </a:cubicBezTo>
                      <a:cubicBezTo>
                        <a:pt x="91139" y="26321"/>
                        <a:pt x="124160" y="0"/>
                        <a:pt x="163786"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rgbClr val="000000"/>
                    </a:solidFill>
                  </a:endParaRPr>
                </a:p>
              </p:txBody>
            </p:sp>
          </p:grpSp>
          <p:grpSp>
            <p:nvGrpSpPr>
              <p:cNvPr id="15" name="î$lîḑê">
                <a:extLst>
                  <a:ext uri="{FF2B5EF4-FFF2-40B4-BE49-F238E27FC236}">
                    <a16:creationId xmlns:a16="http://schemas.microsoft.com/office/drawing/2014/main" id="{0CD421F9-6647-4F2D-AA7D-FEE94879C094}"/>
                  </a:ext>
                </a:extLst>
              </p:cNvPr>
              <p:cNvGrpSpPr/>
              <p:nvPr/>
            </p:nvGrpSpPr>
            <p:grpSpPr>
              <a:xfrm>
                <a:off x="673100" y="4049361"/>
                <a:ext cx="1866900" cy="1188833"/>
                <a:chOff x="975294" y="4249996"/>
                <a:chExt cx="1833891" cy="1188833"/>
              </a:xfrm>
            </p:grpSpPr>
            <p:sp>
              <p:nvSpPr>
                <p:cNvPr id="16" name="iṧľîḑè">
                  <a:extLst>
                    <a:ext uri="{FF2B5EF4-FFF2-40B4-BE49-F238E27FC236}">
                      <a16:creationId xmlns:a16="http://schemas.microsoft.com/office/drawing/2014/main" id="{DCF6AF1A-3226-4EDC-8BD9-8860EF1443C4}"/>
                    </a:ext>
                  </a:extLst>
                </p:cNvPr>
                <p:cNvSpPr/>
                <p:nvPr/>
              </p:nvSpPr>
              <p:spPr>
                <a:xfrm>
                  <a:off x="975294" y="4249996"/>
                  <a:ext cx="1833891" cy="446072"/>
                </a:xfrm>
                <a:prstGeom prst="rect">
                  <a:avLst/>
                </a:prstGeom>
                <a:noFill/>
                <a:ln>
                  <a:noFill/>
                </a:ln>
              </p:spPr>
              <p:txBody>
                <a:bodyPr wrap="square" lIns="91440" tIns="45720" rIns="91440" bIns="45720" anchor="ctr">
                  <a:normAutofit/>
                </a:bodyPr>
                <a:lstStyle/>
                <a:p>
                  <a:pPr lvl="0" algn="ctr" fontAlgn="base">
                    <a:spcBef>
                      <a:spcPct val="0"/>
                    </a:spcBef>
                    <a:spcAft>
                      <a:spcPct val="0"/>
                    </a:spcAft>
                    <a:tabLst>
                      <a:tab pos="227965" algn="l"/>
                    </a:tabLst>
                    <a:defRPr/>
                  </a:pPr>
                  <a:r>
                    <a:rPr lang="zh-CN" altLang="en-US" sz="1600" b="1" dirty="0">
                      <a:solidFill>
                        <a:srgbClr val="000000"/>
                      </a:solidFill>
                    </a:rPr>
                    <a:t>输入文本</a:t>
                  </a:r>
                  <a:endParaRPr lang="en-US" altLang="zh-CN" sz="1600" b="1" dirty="0">
                    <a:solidFill>
                      <a:srgbClr val="000000"/>
                    </a:solidFill>
                  </a:endParaRPr>
                </a:p>
              </p:txBody>
            </p:sp>
            <p:sp>
              <p:nvSpPr>
                <p:cNvPr id="17" name="íṡḻíḓè">
                  <a:extLst>
                    <a:ext uri="{FF2B5EF4-FFF2-40B4-BE49-F238E27FC236}">
                      <a16:creationId xmlns:a16="http://schemas.microsoft.com/office/drawing/2014/main" id="{69146062-81FA-4677-8AA7-AC002209175F}"/>
                    </a:ext>
                  </a:extLst>
                </p:cNvPr>
                <p:cNvSpPr/>
                <p:nvPr/>
              </p:nvSpPr>
              <p:spPr>
                <a:xfrm>
                  <a:off x="975294" y="4805629"/>
                  <a:ext cx="1833891" cy="633200"/>
                </a:xfrm>
                <a:prstGeom prst="snip2SameRect">
                  <a:avLst>
                    <a:gd name="adj1" fmla="val 0"/>
                    <a:gd name="adj2" fmla="val 0"/>
                  </a:avLst>
                </a:prstGeom>
                <a:ln>
                  <a:noFill/>
                </a:ln>
              </p:spPr>
              <p:txBody>
                <a:bodyPr wrap="square" lIns="91440" tIns="45720" rIns="91440" bIns="45720" anchor="t">
                  <a:noAutofit/>
                </a:body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grpSp>
      </p:grpSp>
      <p:grpSp>
        <p:nvGrpSpPr>
          <p:cNvPr id="50" name="组合 49">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51"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项目情况介绍</a:t>
              </a:r>
            </a:p>
          </p:txBody>
        </p:sp>
        <p:sp>
          <p:nvSpPr>
            <p:cNvPr id="52"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3" name="椭圆 52">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2035794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44FE5-C326-477C-B24A-0EA953A0AC91}"/>
              </a:ext>
            </a:extLst>
          </p:cNvPr>
          <p:cNvSpPr>
            <a:spLocks noGrp="1"/>
          </p:cNvSpPr>
          <p:nvPr>
            <p:ph type="title"/>
          </p:nvPr>
        </p:nvSpPr>
        <p:spPr/>
        <p:txBody>
          <a:bodyPr/>
          <a:lstStyle/>
          <a:p>
            <a:endParaRPr lang="zh-CN" altLang="en-US"/>
          </a:p>
        </p:txBody>
      </p:sp>
      <p:grpSp>
        <p:nvGrpSpPr>
          <p:cNvPr id="5" name="24676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BC78A24-F785-4C43-89B4-C57883E27825}"/>
              </a:ext>
            </a:extLst>
          </p:cNvPr>
          <p:cNvGrpSpPr>
            <a:grpSpLocks noChangeAspect="1"/>
          </p:cNvGrpSpPr>
          <p:nvPr/>
        </p:nvGrpSpPr>
        <p:grpSpPr>
          <a:xfrm>
            <a:off x="-795" y="-9526"/>
            <a:ext cx="12192000" cy="6146801"/>
            <a:chOff x="0" y="-1"/>
            <a:chExt cx="12192000" cy="6146801"/>
          </a:xfrm>
        </p:grpSpPr>
        <p:sp>
          <p:nvSpPr>
            <p:cNvPr id="6" name="išḻiďè">
              <a:extLst>
                <a:ext uri="{FF2B5EF4-FFF2-40B4-BE49-F238E27FC236}">
                  <a16:creationId xmlns:a16="http://schemas.microsoft.com/office/drawing/2014/main" id="{5D52D5A9-B5F5-401A-A25C-163E6DBD5E21}"/>
                </a:ext>
              </a:extLst>
            </p:cNvPr>
            <p:cNvSpPr/>
            <p:nvPr/>
          </p:nvSpPr>
          <p:spPr>
            <a:xfrm>
              <a:off x="0" y="-1"/>
              <a:ext cx="12192000" cy="3321139"/>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9525" cap="flat">
              <a:noFill/>
              <a:prstDash val="solid"/>
              <a:miter/>
            </a:ln>
          </p:spPr>
          <p:txBody>
            <a:bodyPr rtlCol="0" anchor="ctr"/>
            <a:lstStyle/>
            <a:p>
              <a:endParaRPr lang="zh-CN" altLang="en-US">
                <a:solidFill>
                  <a:schemeClr val="tx1">
                    <a:lumMod val="75000"/>
                    <a:lumOff val="25000"/>
                  </a:schemeClr>
                </a:solidFill>
              </a:endParaRPr>
            </a:p>
          </p:txBody>
        </p:sp>
        <p:sp>
          <p:nvSpPr>
            <p:cNvPr id="7" name="î$ḻîḍé">
              <a:extLst>
                <a:ext uri="{FF2B5EF4-FFF2-40B4-BE49-F238E27FC236}">
                  <a16:creationId xmlns:a16="http://schemas.microsoft.com/office/drawing/2014/main" id="{DA664B08-D774-4EB9-AE41-5184DC955D47}"/>
                </a:ext>
              </a:extLst>
            </p:cNvPr>
            <p:cNvSpPr/>
            <p:nvPr/>
          </p:nvSpPr>
          <p:spPr>
            <a:xfrm>
              <a:off x="669925" y="2580475"/>
              <a:ext cx="10850563" cy="740664"/>
            </a:xfrm>
            <a:prstGeom prst="homePlate">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solidFill>
                  <a:schemeClr val="tx1">
                    <a:lumMod val="75000"/>
                    <a:lumOff val="25000"/>
                  </a:schemeClr>
                </a:solidFill>
              </a:endParaRPr>
            </a:p>
          </p:txBody>
        </p:sp>
        <p:sp>
          <p:nvSpPr>
            <p:cNvPr id="8" name="î$ľîḍè">
              <a:extLst>
                <a:ext uri="{FF2B5EF4-FFF2-40B4-BE49-F238E27FC236}">
                  <a16:creationId xmlns:a16="http://schemas.microsoft.com/office/drawing/2014/main" id="{192B7CBE-D7AA-4389-ABCD-C2C8CD94B2AC}"/>
                </a:ext>
              </a:extLst>
            </p:cNvPr>
            <p:cNvSpPr/>
            <p:nvPr/>
          </p:nvSpPr>
          <p:spPr>
            <a:xfrm rot="5400000">
              <a:off x="1777003" y="2327022"/>
              <a:ext cx="893520" cy="2301730"/>
            </a:xfrm>
            <a:prstGeom prst="homePlate">
              <a:avLst>
                <a:gd name="adj" fmla="val 22102"/>
              </a:avLst>
            </a:prstGeom>
            <a:solidFill>
              <a:schemeClr val="bg1"/>
            </a:solidFill>
            <a:ln>
              <a:noFill/>
            </a:ln>
            <a:effectLst>
              <a:outerShdw dist="38100" dir="5400000" algn="ctr" rotWithShape="0">
                <a:srgbClr val="000000">
                  <a:alpha val="9803"/>
                </a:srgbClr>
              </a:outerShdw>
            </a:effectLst>
          </p:spPr>
          <p:txBody>
            <a:bodyPr spcFirstLastPara="1" wrap="square" lIns="91440" tIns="45720" rIns="91440" bIns="45720" anchor="ctr" anchorCtr="0">
              <a:normAutofit/>
            </a:bodyPr>
            <a:lstStyle/>
            <a:p>
              <a:pPr marL="0" lvl="0" indent="0" algn="l" rtl="0">
                <a:spcBef>
                  <a:spcPts val="0"/>
                </a:spcBef>
                <a:spcAft>
                  <a:spcPts val="0"/>
                </a:spcAft>
                <a:buNone/>
              </a:pPr>
              <a:endParaRPr>
                <a:solidFill>
                  <a:schemeClr val="tx1">
                    <a:lumMod val="75000"/>
                    <a:lumOff val="25000"/>
                  </a:schemeClr>
                </a:solidFill>
              </a:endParaRPr>
            </a:p>
          </p:txBody>
        </p:sp>
        <p:sp>
          <p:nvSpPr>
            <p:cNvPr id="9" name="iṧľïḋè">
              <a:extLst>
                <a:ext uri="{FF2B5EF4-FFF2-40B4-BE49-F238E27FC236}">
                  <a16:creationId xmlns:a16="http://schemas.microsoft.com/office/drawing/2014/main" id="{BB0D464A-1FC8-42EC-BB06-5459C35F3FF4}"/>
                </a:ext>
              </a:extLst>
            </p:cNvPr>
            <p:cNvSpPr/>
            <p:nvPr/>
          </p:nvSpPr>
          <p:spPr>
            <a:xfrm rot="5400000">
              <a:off x="4358496" y="2327023"/>
              <a:ext cx="893520" cy="2301730"/>
            </a:xfrm>
            <a:prstGeom prst="homePlate">
              <a:avLst>
                <a:gd name="adj" fmla="val 22102"/>
              </a:avLst>
            </a:prstGeom>
            <a:solidFill>
              <a:schemeClr val="bg1"/>
            </a:solidFill>
            <a:ln>
              <a:noFill/>
            </a:ln>
            <a:effectLst>
              <a:outerShdw dist="38100" dir="5400000" algn="ctr" rotWithShape="0">
                <a:schemeClr val="accent1">
                  <a:alpha val="54000"/>
                </a:schemeClr>
              </a:outerShdw>
            </a:effectLst>
          </p:spPr>
          <p:txBody>
            <a:bodyPr spcFirstLastPara="1" wrap="square" lIns="91440" tIns="45720" rIns="91440" bIns="45720" anchor="ctr" anchorCtr="0">
              <a:normAutofit/>
            </a:bodyPr>
            <a:lstStyle/>
            <a:p>
              <a:endParaRPr>
                <a:solidFill>
                  <a:schemeClr val="tx1">
                    <a:lumMod val="75000"/>
                    <a:lumOff val="25000"/>
                  </a:schemeClr>
                </a:solidFill>
              </a:endParaRPr>
            </a:p>
          </p:txBody>
        </p:sp>
        <p:sp>
          <p:nvSpPr>
            <p:cNvPr id="10" name="ïṩļîďê">
              <a:extLst>
                <a:ext uri="{FF2B5EF4-FFF2-40B4-BE49-F238E27FC236}">
                  <a16:creationId xmlns:a16="http://schemas.microsoft.com/office/drawing/2014/main" id="{908805C5-F782-4E8F-9A49-0E506D98B129}"/>
                </a:ext>
              </a:extLst>
            </p:cNvPr>
            <p:cNvSpPr/>
            <p:nvPr/>
          </p:nvSpPr>
          <p:spPr>
            <a:xfrm rot="5400000">
              <a:off x="6939986" y="2327023"/>
              <a:ext cx="893520" cy="2301730"/>
            </a:xfrm>
            <a:prstGeom prst="homePlate">
              <a:avLst>
                <a:gd name="adj" fmla="val 22102"/>
              </a:avLst>
            </a:prstGeom>
            <a:solidFill>
              <a:schemeClr val="bg1"/>
            </a:solidFill>
            <a:ln>
              <a:noFill/>
            </a:ln>
            <a:effectLst>
              <a:outerShdw dist="38100" dir="5400000" algn="ctr" rotWithShape="0">
                <a:srgbClr val="000000">
                  <a:alpha val="9803"/>
                </a:srgbClr>
              </a:outerShdw>
            </a:effectLst>
          </p:spPr>
          <p:txBody>
            <a:bodyPr spcFirstLastPara="1" wrap="square" lIns="91440" tIns="45720" rIns="91440" bIns="45720" anchor="ctr" anchorCtr="0">
              <a:normAutofit/>
            </a:bodyPr>
            <a:lstStyle/>
            <a:p>
              <a:pPr marL="0" lvl="0" indent="0" algn="l" rtl="0">
                <a:spcBef>
                  <a:spcPts val="0"/>
                </a:spcBef>
                <a:spcAft>
                  <a:spcPts val="0"/>
                </a:spcAft>
                <a:buNone/>
              </a:pPr>
              <a:endParaRPr>
                <a:solidFill>
                  <a:schemeClr val="tx1">
                    <a:lumMod val="75000"/>
                    <a:lumOff val="25000"/>
                  </a:schemeClr>
                </a:solidFill>
              </a:endParaRPr>
            </a:p>
          </p:txBody>
        </p:sp>
        <p:sp>
          <p:nvSpPr>
            <p:cNvPr id="11" name="iṥlîḍè">
              <a:extLst>
                <a:ext uri="{FF2B5EF4-FFF2-40B4-BE49-F238E27FC236}">
                  <a16:creationId xmlns:a16="http://schemas.microsoft.com/office/drawing/2014/main" id="{06681119-24E8-48CC-9702-2D885786DD02}"/>
                </a:ext>
              </a:extLst>
            </p:cNvPr>
            <p:cNvSpPr/>
            <p:nvPr/>
          </p:nvSpPr>
          <p:spPr>
            <a:xfrm rot="5400000">
              <a:off x="9521479" y="2327023"/>
              <a:ext cx="893519" cy="2301730"/>
            </a:xfrm>
            <a:prstGeom prst="homePlate">
              <a:avLst>
                <a:gd name="adj" fmla="val 22102"/>
              </a:avLst>
            </a:prstGeom>
            <a:solidFill>
              <a:schemeClr val="bg1"/>
            </a:solidFill>
            <a:ln>
              <a:noFill/>
            </a:ln>
            <a:effectLst>
              <a:outerShdw dist="38100" dir="5400000" algn="ctr" rotWithShape="0">
                <a:schemeClr val="accent1">
                  <a:alpha val="54000"/>
                </a:schemeClr>
              </a:outerShdw>
            </a:effectLst>
          </p:spPr>
          <p:txBody>
            <a:bodyPr spcFirstLastPara="1" wrap="square" lIns="91440" tIns="45720" rIns="91440" bIns="45720" anchor="ctr" anchorCtr="0">
              <a:normAutofit/>
            </a:bodyPr>
            <a:lstStyle/>
            <a:p>
              <a:pPr marL="0" lvl="0" indent="0" algn="l" rtl="0">
                <a:spcBef>
                  <a:spcPts val="0"/>
                </a:spcBef>
                <a:spcAft>
                  <a:spcPts val="0"/>
                </a:spcAft>
                <a:buNone/>
              </a:pPr>
              <a:endParaRPr>
                <a:solidFill>
                  <a:schemeClr val="tx1">
                    <a:lumMod val="75000"/>
                    <a:lumOff val="25000"/>
                  </a:schemeClr>
                </a:solidFill>
              </a:endParaRPr>
            </a:p>
          </p:txBody>
        </p:sp>
        <p:sp>
          <p:nvSpPr>
            <p:cNvPr id="12" name="î$ḻïḑê">
              <a:extLst>
                <a:ext uri="{FF2B5EF4-FFF2-40B4-BE49-F238E27FC236}">
                  <a16:creationId xmlns:a16="http://schemas.microsoft.com/office/drawing/2014/main" id="{8BA61EEA-F5DD-4548-B35B-CF6FCCBD2EF6}"/>
                </a:ext>
              </a:extLst>
            </p:cNvPr>
            <p:cNvSpPr/>
            <p:nvPr/>
          </p:nvSpPr>
          <p:spPr bwMode="auto">
            <a:xfrm>
              <a:off x="2050978" y="2669906"/>
              <a:ext cx="345568" cy="280932"/>
            </a:xfrm>
            <a:custGeom>
              <a:avLst/>
              <a:gdLst>
                <a:gd name="connsiteX0" fmla="*/ 390482 w 564166"/>
                <a:gd name="connsiteY0" fmla="*/ 307997 h 458643"/>
                <a:gd name="connsiteX1" fmla="*/ 403395 w 564166"/>
                <a:gd name="connsiteY1" fmla="*/ 307997 h 458643"/>
                <a:gd name="connsiteX2" fmla="*/ 439265 w 564166"/>
                <a:gd name="connsiteY2" fmla="*/ 353908 h 458643"/>
                <a:gd name="connsiteX3" fmla="*/ 434961 w 564166"/>
                <a:gd name="connsiteY3" fmla="*/ 361082 h 458643"/>
                <a:gd name="connsiteX4" fmla="*/ 419178 w 564166"/>
                <a:gd name="connsiteY4" fmla="*/ 361082 h 458643"/>
                <a:gd name="connsiteX5" fmla="*/ 492353 w 564166"/>
                <a:gd name="connsiteY5" fmla="*/ 419905 h 458643"/>
                <a:gd name="connsiteX6" fmla="*/ 512440 w 564166"/>
                <a:gd name="connsiteY6" fmla="*/ 438557 h 458643"/>
                <a:gd name="connsiteX7" fmla="*/ 492353 w 564166"/>
                <a:gd name="connsiteY7" fmla="*/ 458643 h 458643"/>
                <a:gd name="connsiteX8" fmla="*/ 379004 w 564166"/>
                <a:gd name="connsiteY8" fmla="*/ 361082 h 458643"/>
                <a:gd name="connsiteX9" fmla="*/ 358916 w 564166"/>
                <a:gd name="connsiteY9" fmla="*/ 361082 h 458643"/>
                <a:gd name="connsiteX10" fmla="*/ 354612 w 564166"/>
                <a:gd name="connsiteY10" fmla="*/ 353908 h 458643"/>
                <a:gd name="connsiteX11" fmla="*/ 277051 w 564166"/>
                <a:gd name="connsiteY11" fmla="*/ 307997 h 458643"/>
                <a:gd name="connsiteX12" fmla="*/ 288553 w 564166"/>
                <a:gd name="connsiteY12" fmla="*/ 307997 h 458643"/>
                <a:gd name="connsiteX13" fmla="*/ 324497 w 564166"/>
                <a:gd name="connsiteY13" fmla="*/ 353908 h 458643"/>
                <a:gd name="connsiteX14" fmla="*/ 320183 w 564166"/>
                <a:gd name="connsiteY14" fmla="*/ 361082 h 458643"/>
                <a:gd name="connsiteX15" fmla="*/ 301493 w 564166"/>
                <a:gd name="connsiteY15" fmla="*/ 361082 h 458643"/>
                <a:gd name="connsiteX16" fmla="*/ 301493 w 564166"/>
                <a:gd name="connsiteY16" fmla="*/ 438557 h 458643"/>
                <a:gd name="connsiteX17" fmla="*/ 282802 w 564166"/>
                <a:gd name="connsiteY17" fmla="*/ 458643 h 458643"/>
                <a:gd name="connsiteX18" fmla="*/ 262673 w 564166"/>
                <a:gd name="connsiteY18" fmla="*/ 438557 h 458643"/>
                <a:gd name="connsiteX19" fmla="*/ 262673 w 564166"/>
                <a:gd name="connsiteY19" fmla="*/ 361082 h 458643"/>
                <a:gd name="connsiteX20" fmla="*/ 243982 w 564166"/>
                <a:gd name="connsiteY20" fmla="*/ 361082 h 458643"/>
                <a:gd name="connsiteX21" fmla="*/ 239669 w 564166"/>
                <a:gd name="connsiteY21" fmla="*/ 353908 h 458643"/>
                <a:gd name="connsiteX22" fmla="*/ 162189 w 564166"/>
                <a:gd name="connsiteY22" fmla="*/ 307997 h 458643"/>
                <a:gd name="connsiteX23" fmla="*/ 173671 w 564166"/>
                <a:gd name="connsiteY23" fmla="*/ 307997 h 458643"/>
                <a:gd name="connsiteX24" fmla="*/ 209554 w 564166"/>
                <a:gd name="connsiteY24" fmla="*/ 353908 h 458643"/>
                <a:gd name="connsiteX25" fmla="*/ 205248 w 564166"/>
                <a:gd name="connsiteY25" fmla="*/ 361082 h 458643"/>
                <a:gd name="connsiteX26" fmla="*/ 185154 w 564166"/>
                <a:gd name="connsiteY26" fmla="*/ 361082 h 458643"/>
                <a:gd name="connsiteX27" fmla="*/ 71765 w 564166"/>
                <a:gd name="connsiteY27" fmla="*/ 458643 h 458643"/>
                <a:gd name="connsiteX28" fmla="*/ 53106 w 564166"/>
                <a:gd name="connsiteY28" fmla="*/ 438557 h 458643"/>
                <a:gd name="connsiteX29" fmla="*/ 71765 w 564166"/>
                <a:gd name="connsiteY29" fmla="*/ 419905 h 458643"/>
                <a:gd name="connsiteX30" fmla="*/ 146401 w 564166"/>
                <a:gd name="connsiteY30" fmla="*/ 361082 h 458643"/>
                <a:gd name="connsiteX31" fmla="*/ 129177 w 564166"/>
                <a:gd name="connsiteY31" fmla="*/ 361082 h 458643"/>
                <a:gd name="connsiteX32" fmla="*/ 124871 w 564166"/>
                <a:gd name="connsiteY32" fmla="*/ 353908 h 458643"/>
                <a:gd name="connsiteX33" fmla="*/ 340222 w 564166"/>
                <a:gd name="connsiteY33" fmla="*/ 0 h 458643"/>
                <a:gd name="connsiteX34" fmla="*/ 453630 w 564166"/>
                <a:gd name="connsiteY34" fmla="*/ 118973 h 458643"/>
                <a:gd name="connsiteX35" fmla="*/ 525407 w 564166"/>
                <a:gd name="connsiteY35" fmla="*/ 179176 h 458643"/>
                <a:gd name="connsiteX36" fmla="*/ 564166 w 564166"/>
                <a:gd name="connsiteY36" fmla="*/ 232212 h 458643"/>
                <a:gd name="connsiteX37" fmla="*/ 518229 w 564166"/>
                <a:gd name="connsiteY37" fmla="*/ 286681 h 458643"/>
                <a:gd name="connsiteX38" fmla="*/ 45937 w 564166"/>
                <a:gd name="connsiteY38" fmla="*/ 286681 h 458643"/>
                <a:gd name="connsiteX39" fmla="*/ 0 w 564166"/>
                <a:gd name="connsiteY39" fmla="*/ 232212 h 458643"/>
                <a:gd name="connsiteX40" fmla="*/ 45937 w 564166"/>
                <a:gd name="connsiteY40" fmla="*/ 179176 h 458643"/>
                <a:gd name="connsiteX41" fmla="*/ 111972 w 564166"/>
                <a:gd name="connsiteY41" fmla="*/ 103205 h 458643"/>
                <a:gd name="connsiteX42" fmla="*/ 134941 w 564166"/>
                <a:gd name="connsiteY42" fmla="*/ 107505 h 458643"/>
                <a:gd name="connsiteX43" fmla="*/ 209589 w 564166"/>
                <a:gd name="connsiteY43" fmla="*/ 22934 h 458643"/>
                <a:gd name="connsiteX44" fmla="*/ 256961 w 564166"/>
                <a:gd name="connsiteY44" fmla="*/ 43002 h 458643"/>
                <a:gd name="connsiteX45" fmla="*/ 340222 w 564166"/>
                <a:gd name="connsiteY45" fmla="*/ 0 h 45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64166" h="458643">
                  <a:moveTo>
                    <a:pt x="390482" y="307997"/>
                  </a:moveTo>
                  <a:cubicBezTo>
                    <a:pt x="394786" y="303693"/>
                    <a:pt x="399091" y="303693"/>
                    <a:pt x="403395" y="307997"/>
                  </a:cubicBezTo>
                  <a:lnTo>
                    <a:pt x="439265" y="353908"/>
                  </a:lnTo>
                  <a:cubicBezTo>
                    <a:pt x="442135" y="358212"/>
                    <a:pt x="440700" y="361082"/>
                    <a:pt x="434961" y="361082"/>
                  </a:cubicBezTo>
                  <a:lnTo>
                    <a:pt x="419178" y="361082"/>
                  </a:lnTo>
                  <a:cubicBezTo>
                    <a:pt x="426352" y="394081"/>
                    <a:pt x="456483" y="419905"/>
                    <a:pt x="492353" y="419905"/>
                  </a:cubicBezTo>
                  <a:cubicBezTo>
                    <a:pt x="503831" y="419905"/>
                    <a:pt x="512440" y="428514"/>
                    <a:pt x="512440" y="438557"/>
                  </a:cubicBezTo>
                  <a:cubicBezTo>
                    <a:pt x="512440" y="450035"/>
                    <a:pt x="503831" y="458643"/>
                    <a:pt x="492353" y="458643"/>
                  </a:cubicBezTo>
                  <a:cubicBezTo>
                    <a:pt x="434961" y="458643"/>
                    <a:pt x="387612" y="415601"/>
                    <a:pt x="379004" y="361082"/>
                  </a:cubicBezTo>
                  <a:lnTo>
                    <a:pt x="358916" y="361082"/>
                  </a:lnTo>
                  <a:cubicBezTo>
                    <a:pt x="353177" y="361082"/>
                    <a:pt x="351742" y="358212"/>
                    <a:pt x="354612" y="353908"/>
                  </a:cubicBezTo>
                  <a:close/>
                  <a:moveTo>
                    <a:pt x="277051" y="307997"/>
                  </a:moveTo>
                  <a:cubicBezTo>
                    <a:pt x="279926" y="303693"/>
                    <a:pt x="285677" y="303693"/>
                    <a:pt x="288553" y="307997"/>
                  </a:cubicBezTo>
                  <a:lnTo>
                    <a:pt x="324497" y="353908"/>
                  </a:lnTo>
                  <a:cubicBezTo>
                    <a:pt x="327372" y="358212"/>
                    <a:pt x="325934" y="361082"/>
                    <a:pt x="320183" y="361082"/>
                  </a:cubicBezTo>
                  <a:lnTo>
                    <a:pt x="301493" y="361082"/>
                  </a:lnTo>
                  <a:lnTo>
                    <a:pt x="301493" y="438557"/>
                  </a:lnTo>
                  <a:cubicBezTo>
                    <a:pt x="301493" y="450035"/>
                    <a:pt x="292866" y="458643"/>
                    <a:pt x="282802" y="458643"/>
                  </a:cubicBezTo>
                  <a:cubicBezTo>
                    <a:pt x="271300" y="458643"/>
                    <a:pt x="262673" y="450035"/>
                    <a:pt x="262673" y="438557"/>
                  </a:cubicBezTo>
                  <a:lnTo>
                    <a:pt x="262673" y="361082"/>
                  </a:lnTo>
                  <a:lnTo>
                    <a:pt x="243982" y="361082"/>
                  </a:lnTo>
                  <a:cubicBezTo>
                    <a:pt x="238231" y="361082"/>
                    <a:pt x="236793" y="358212"/>
                    <a:pt x="239669" y="353908"/>
                  </a:cubicBezTo>
                  <a:close/>
                  <a:moveTo>
                    <a:pt x="162189" y="307997"/>
                  </a:moveTo>
                  <a:cubicBezTo>
                    <a:pt x="165059" y="303693"/>
                    <a:pt x="169365" y="303693"/>
                    <a:pt x="173671" y="307997"/>
                  </a:cubicBezTo>
                  <a:lnTo>
                    <a:pt x="209554" y="353908"/>
                  </a:lnTo>
                  <a:cubicBezTo>
                    <a:pt x="212424" y="358212"/>
                    <a:pt x="210989" y="361082"/>
                    <a:pt x="205248" y="361082"/>
                  </a:cubicBezTo>
                  <a:lnTo>
                    <a:pt x="185154" y="361082"/>
                  </a:lnTo>
                  <a:cubicBezTo>
                    <a:pt x="176542" y="415601"/>
                    <a:pt x="129177" y="458643"/>
                    <a:pt x="71765" y="458643"/>
                  </a:cubicBezTo>
                  <a:cubicBezTo>
                    <a:pt x="61718" y="458643"/>
                    <a:pt x="53106" y="450035"/>
                    <a:pt x="53106" y="438557"/>
                  </a:cubicBezTo>
                  <a:cubicBezTo>
                    <a:pt x="53106" y="428514"/>
                    <a:pt x="61718" y="419905"/>
                    <a:pt x="71765" y="419905"/>
                  </a:cubicBezTo>
                  <a:cubicBezTo>
                    <a:pt x="107648" y="419905"/>
                    <a:pt x="137789" y="394081"/>
                    <a:pt x="146401" y="361082"/>
                  </a:cubicBezTo>
                  <a:lnTo>
                    <a:pt x="129177" y="361082"/>
                  </a:lnTo>
                  <a:cubicBezTo>
                    <a:pt x="123436" y="361082"/>
                    <a:pt x="122001" y="358212"/>
                    <a:pt x="124871" y="353908"/>
                  </a:cubicBezTo>
                  <a:close/>
                  <a:moveTo>
                    <a:pt x="340222" y="0"/>
                  </a:moveTo>
                  <a:cubicBezTo>
                    <a:pt x="399079" y="0"/>
                    <a:pt x="447888" y="51603"/>
                    <a:pt x="453630" y="118973"/>
                  </a:cubicBezTo>
                  <a:cubicBezTo>
                    <a:pt x="488083" y="118973"/>
                    <a:pt x="515358" y="144774"/>
                    <a:pt x="525407" y="179176"/>
                  </a:cubicBezTo>
                  <a:cubicBezTo>
                    <a:pt x="546940" y="183476"/>
                    <a:pt x="564166" y="204977"/>
                    <a:pt x="564166" y="232212"/>
                  </a:cubicBezTo>
                  <a:cubicBezTo>
                    <a:pt x="564166" y="262313"/>
                    <a:pt x="544069" y="286681"/>
                    <a:pt x="518229" y="286681"/>
                  </a:cubicBezTo>
                  <a:lnTo>
                    <a:pt x="45937" y="286681"/>
                  </a:lnTo>
                  <a:cubicBezTo>
                    <a:pt x="20097" y="286681"/>
                    <a:pt x="0" y="262313"/>
                    <a:pt x="0" y="232212"/>
                  </a:cubicBezTo>
                  <a:cubicBezTo>
                    <a:pt x="0" y="202110"/>
                    <a:pt x="20097" y="179176"/>
                    <a:pt x="45937" y="179176"/>
                  </a:cubicBezTo>
                  <a:cubicBezTo>
                    <a:pt x="45937" y="136173"/>
                    <a:pt x="76084" y="103205"/>
                    <a:pt x="111972" y="103205"/>
                  </a:cubicBezTo>
                  <a:cubicBezTo>
                    <a:pt x="119150" y="103205"/>
                    <a:pt x="127763" y="104639"/>
                    <a:pt x="134941" y="107505"/>
                  </a:cubicBezTo>
                  <a:cubicBezTo>
                    <a:pt x="134941" y="60203"/>
                    <a:pt x="169394" y="22934"/>
                    <a:pt x="209589" y="22934"/>
                  </a:cubicBezTo>
                  <a:cubicBezTo>
                    <a:pt x="228251" y="22934"/>
                    <a:pt x="244042" y="30102"/>
                    <a:pt x="256961" y="43002"/>
                  </a:cubicBezTo>
                  <a:cubicBezTo>
                    <a:pt x="278494" y="15767"/>
                    <a:pt x="307205" y="0"/>
                    <a:pt x="340222" y="0"/>
                  </a:cubicBezTo>
                  <a:close/>
                </a:path>
              </a:pathLst>
            </a:custGeom>
            <a:solidFill>
              <a:schemeClr val="accent2"/>
            </a:solidFill>
            <a:ln>
              <a:noFill/>
            </a:ln>
          </p:spPr>
          <p:txBody>
            <a:bodyPr/>
            <a:lstStyle/>
            <a:p>
              <a:endParaRPr lang="zh-CN" altLang="en-US">
                <a:solidFill>
                  <a:schemeClr val="tx1">
                    <a:lumMod val="75000"/>
                    <a:lumOff val="25000"/>
                  </a:schemeClr>
                </a:solidFill>
              </a:endParaRPr>
            </a:p>
          </p:txBody>
        </p:sp>
        <p:sp>
          <p:nvSpPr>
            <p:cNvPr id="13" name="iš1îďé">
              <a:extLst>
                <a:ext uri="{FF2B5EF4-FFF2-40B4-BE49-F238E27FC236}">
                  <a16:creationId xmlns:a16="http://schemas.microsoft.com/office/drawing/2014/main" id="{CEB72530-A56B-40A3-AF05-33B94EA93B23}"/>
                </a:ext>
              </a:extLst>
            </p:cNvPr>
            <p:cNvSpPr txBox="1"/>
            <p:nvPr/>
          </p:nvSpPr>
          <p:spPr bwMode="auto">
            <a:xfrm>
              <a:off x="1072898"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14" name="ísļïďe">
              <a:extLst>
                <a:ext uri="{FF2B5EF4-FFF2-40B4-BE49-F238E27FC236}">
                  <a16:creationId xmlns:a16="http://schemas.microsoft.com/office/drawing/2014/main" id="{2D3FB8CE-94F3-49A9-AC2A-4AD67584EE7D}"/>
                </a:ext>
              </a:extLst>
            </p:cNvPr>
            <p:cNvSpPr txBox="1"/>
            <p:nvPr/>
          </p:nvSpPr>
          <p:spPr bwMode="auto">
            <a:xfrm>
              <a:off x="3654391"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15" name="íśḷîḍè">
              <a:extLst>
                <a:ext uri="{FF2B5EF4-FFF2-40B4-BE49-F238E27FC236}">
                  <a16:creationId xmlns:a16="http://schemas.microsoft.com/office/drawing/2014/main" id="{7540296F-5199-4AB8-BA9E-4E40B0EE4271}"/>
                </a:ext>
              </a:extLst>
            </p:cNvPr>
            <p:cNvSpPr txBox="1"/>
            <p:nvPr/>
          </p:nvSpPr>
          <p:spPr bwMode="auto">
            <a:xfrm>
              <a:off x="6235884"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16" name="ï$ľiḍê">
              <a:extLst>
                <a:ext uri="{FF2B5EF4-FFF2-40B4-BE49-F238E27FC236}">
                  <a16:creationId xmlns:a16="http://schemas.microsoft.com/office/drawing/2014/main" id="{59B6F4E1-A420-4710-97EA-5E0F5E884E8D}"/>
                </a:ext>
              </a:extLst>
            </p:cNvPr>
            <p:cNvSpPr txBox="1"/>
            <p:nvPr/>
          </p:nvSpPr>
          <p:spPr bwMode="auto">
            <a:xfrm>
              <a:off x="8817377" y="3220408"/>
              <a:ext cx="230173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17" name="iṧḷïde">
              <a:extLst>
                <a:ext uri="{FF2B5EF4-FFF2-40B4-BE49-F238E27FC236}">
                  <a16:creationId xmlns:a16="http://schemas.microsoft.com/office/drawing/2014/main" id="{A0ABC586-AE17-4398-80FA-25642947FBDC}"/>
                </a:ext>
              </a:extLst>
            </p:cNvPr>
            <p:cNvSpPr/>
            <p:nvPr/>
          </p:nvSpPr>
          <p:spPr bwMode="auto">
            <a:xfrm>
              <a:off x="4632472" y="2648280"/>
              <a:ext cx="345568" cy="324184"/>
            </a:xfrm>
            <a:custGeom>
              <a:avLst/>
              <a:gdLst>
                <a:gd name="T0" fmla="*/ 3973 w 3973"/>
                <a:gd name="T1" fmla="*/ 320 h 3733"/>
                <a:gd name="T2" fmla="*/ 3653 w 3973"/>
                <a:gd name="T3" fmla="*/ 0 h 3733"/>
                <a:gd name="T4" fmla="*/ 320 w 3973"/>
                <a:gd name="T5" fmla="*/ 0 h 3733"/>
                <a:gd name="T6" fmla="*/ 0 w 3973"/>
                <a:gd name="T7" fmla="*/ 320 h 3733"/>
                <a:gd name="T8" fmla="*/ 0 w 3973"/>
                <a:gd name="T9" fmla="*/ 3413 h 3733"/>
                <a:gd name="T10" fmla="*/ 320 w 3973"/>
                <a:gd name="T11" fmla="*/ 3733 h 3733"/>
                <a:gd name="T12" fmla="*/ 3653 w 3973"/>
                <a:gd name="T13" fmla="*/ 3733 h 3733"/>
                <a:gd name="T14" fmla="*/ 3973 w 3973"/>
                <a:gd name="T15" fmla="*/ 3413 h 3733"/>
                <a:gd name="T16" fmla="*/ 3973 w 3973"/>
                <a:gd name="T17" fmla="*/ 320 h 3733"/>
                <a:gd name="T18" fmla="*/ 1213 w 3973"/>
                <a:gd name="T19" fmla="*/ 400 h 3733"/>
                <a:gd name="T20" fmla="*/ 1787 w 3973"/>
                <a:gd name="T21" fmla="*/ 400 h 3733"/>
                <a:gd name="T22" fmla="*/ 1787 w 3973"/>
                <a:gd name="T23" fmla="*/ 853 h 3733"/>
                <a:gd name="T24" fmla="*/ 1213 w 3973"/>
                <a:gd name="T25" fmla="*/ 853 h 3733"/>
                <a:gd name="T26" fmla="*/ 1213 w 3973"/>
                <a:gd name="T27" fmla="*/ 400 h 3733"/>
                <a:gd name="T28" fmla="*/ 813 w 3973"/>
                <a:gd name="T29" fmla="*/ 3333 h 3733"/>
                <a:gd name="T30" fmla="*/ 400 w 3973"/>
                <a:gd name="T31" fmla="*/ 3333 h 3733"/>
                <a:gd name="T32" fmla="*/ 400 w 3973"/>
                <a:gd name="T33" fmla="*/ 2880 h 3733"/>
                <a:gd name="T34" fmla="*/ 813 w 3973"/>
                <a:gd name="T35" fmla="*/ 2880 h 3733"/>
                <a:gd name="T36" fmla="*/ 813 w 3973"/>
                <a:gd name="T37" fmla="*/ 3333 h 3733"/>
                <a:gd name="T38" fmla="*/ 813 w 3973"/>
                <a:gd name="T39" fmla="*/ 853 h 3733"/>
                <a:gd name="T40" fmla="*/ 400 w 3973"/>
                <a:gd name="T41" fmla="*/ 853 h 3733"/>
                <a:gd name="T42" fmla="*/ 400 w 3973"/>
                <a:gd name="T43" fmla="*/ 400 h 3733"/>
                <a:gd name="T44" fmla="*/ 813 w 3973"/>
                <a:gd name="T45" fmla="*/ 400 h 3733"/>
                <a:gd name="T46" fmla="*/ 813 w 3973"/>
                <a:gd name="T47" fmla="*/ 853 h 3733"/>
                <a:gd name="T48" fmla="*/ 1787 w 3973"/>
                <a:gd name="T49" fmla="*/ 3333 h 3733"/>
                <a:gd name="T50" fmla="*/ 1213 w 3973"/>
                <a:gd name="T51" fmla="*/ 3333 h 3733"/>
                <a:gd name="T52" fmla="*/ 1213 w 3973"/>
                <a:gd name="T53" fmla="*/ 2880 h 3733"/>
                <a:gd name="T54" fmla="*/ 1787 w 3973"/>
                <a:gd name="T55" fmla="*/ 2880 h 3733"/>
                <a:gd name="T56" fmla="*/ 1787 w 3973"/>
                <a:gd name="T57" fmla="*/ 3333 h 3733"/>
                <a:gd name="T58" fmla="*/ 1640 w 3973"/>
                <a:gd name="T59" fmla="*/ 2236 h 3733"/>
                <a:gd name="T60" fmla="*/ 1640 w 3973"/>
                <a:gd name="T61" fmla="*/ 1497 h 3733"/>
                <a:gd name="T62" fmla="*/ 1810 w 3973"/>
                <a:gd name="T63" fmla="*/ 1407 h 3733"/>
                <a:gd name="T64" fmla="*/ 2347 w 3973"/>
                <a:gd name="T65" fmla="*/ 1757 h 3733"/>
                <a:gd name="T66" fmla="*/ 2348 w 3973"/>
                <a:gd name="T67" fmla="*/ 1976 h 3733"/>
                <a:gd name="T68" fmla="*/ 1810 w 3973"/>
                <a:gd name="T69" fmla="*/ 2327 h 3733"/>
                <a:gd name="T70" fmla="*/ 1640 w 3973"/>
                <a:gd name="T71" fmla="*/ 2236 h 3733"/>
                <a:gd name="T72" fmla="*/ 2760 w 3973"/>
                <a:gd name="T73" fmla="*/ 3333 h 3733"/>
                <a:gd name="T74" fmla="*/ 2187 w 3973"/>
                <a:gd name="T75" fmla="*/ 3333 h 3733"/>
                <a:gd name="T76" fmla="*/ 2187 w 3973"/>
                <a:gd name="T77" fmla="*/ 2880 h 3733"/>
                <a:gd name="T78" fmla="*/ 2760 w 3973"/>
                <a:gd name="T79" fmla="*/ 2880 h 3733"/>
                <a:gd name="T80" fmla="*/ 2760 w 3973"/>
                <a:gd name="T81" fmla="*/ 3333 h 3733"/>
                <a:gd name="T82" fmla="*/ 2760 w 3973"/>
                <a:gd name="T83" fmla="*/ 853 h 3733"/>
                <a:gd name="T84" fmla="*/ 2187 w 3973"/>
                <a:gd name="T85" fmla="*/ 853 h 3733"/>
                <a:gd name="T86" fmla="*/ 2187 w 3973"/>
                <a:gd name="T87" fmla="*/ 400 h 3733"/>
                <a:gd name="T88" fmla="*/ 2760 w 3973"/>
                <a:gd name="T89" fmla="*/ 400 h 3733"/>
                <a:gd name="T90" fmla="*/ 2760 w 3973"/>
                <a:gd name="T91" fmla="*/ 853 h 3733"/>
                <a:gd name="T92" fmla="*/ 3573 w 3973"/>
                <a:gd name="T93" fmla="*/ 3333 h 3733"/>
                <a:gd name="T94" fmla="*/ 3160 w 3973"/>
                <a:gd name="T95" fmla="*/ 3333 h 3733"/>
                <a:gd name="T96" fmla="*/ 3160 w 3973"/>
                <a:gd name="T97" fmla="*/ 2880 h 3733"/>
                <a:gd name="T98" fmla="*/ 3573 w 3973"/>
                <a:gd name="T99" fmla="*/ 2880 h 3733"/>
                <a:gd name="T100" fmla="*/ 3573 w 3973"/>
                <a:gd name="T101" fmla="*/ 3333 h 3733"/>
                <a:gd name="T102" fmla="*/ 3573 w 3973"/>
                <a:gd name="T103" fmla="*/ 853 h 3733"/>
                <a:gd name="T104" fmla="*/ 3160 w 3973"/>
                <a:gd name="T105" fmla="*/ 853 h 3733"/>
                <a:gd name="T106" fmla="*/ 3160 w 3973"/>
                <a:gd name="T107" fmla="*/ 400 h 3733"/>
                <a:gd name="T108" fmla="*/ 3573 w 3973"/>
                <a:gd name="T109" fmla="*/ 400 h 3733"/>
                <a:gd name="T110" fmla="*/ 3573 w 3973"/>
                <a:gd name="T111" fmla="*/ 853 h 3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3" h="3733">
                  <a:moveTo>
                    <a:pt x="3973" y="320"/>
                  </a:moveTo>
                  <a:cubicBezTo>
                    <a:pt x="3973" y="143"/>
                    <a:pt x="3830" y="0"/>
                    <a:pt x="3653" y="0"/>
                  </a:cubicBezTo>
                  <a:lnTo>
                    <a:pt x="320" y="0"/>
                  </a:lnTo>
                  <a:cubicBezTo>
                    <a:pt x="143" y="0"/>
                    <a:pt x="0" y="143"/>
                    <a:pt x="0" y="320"/>
                  </a:cubicBezTo>
                  <a:lnTo>
                    <a:pt x="0" y="3413"/>
                  </a:lnTo>
                  <a:cubicBezTo>
                    <a:pt x="0" y="3590"/>
                    <a:pt x="143" y="3733"/>
                    <a:pt x="320" y="3733"/>
                  </a:cubicBezTo>
                  <a:lnTo>
                    <a:pt x="3653" y="3733"/>
                  </a:lnTo>
                  <a:cubicBezTo>
                    <a:pt x="3830" y="3733"/>
                    <a:pt x="3973" y="3590"/>
                    <a:pt x="3973" y="3413"/>
                  </a:cubicBezTo>
                  <a:lnTo>
                    <a:pt x="3973" y="320"/>
                  </a:lnTo>
                  <a:close/>
                  <a:moveTo>
                    <a:pt x="1213" y="400"/>
                  </a:moveTo>
                  <a:lnTo>
                    <a:pt x="1787" y="400"/>
                  </a:lnTo>
                  <a:lnTo>
                    <a:pt x="1787" y="853"/>
                  </a:lnTo>
                  <a:lnTo>
                    <a:pt x="1213" y="853"/>
                  </a:lnTo>
                  <a:lnTo>
                    <a:pt x="1213" y="400"/>
                  </a:lnTo>
                  <a:close/>
                  <a:moveTo>
                    <a:pt x="813" y="3333"/>
                  </a:moveTo>
                  <a:lnTo>
                    <a:pt x="400" y="3333"/>
                  </a:lnTo>
                  <a:lnTo>
                    <a:pt x="400" y="2880"/>
                  </a:lnTo>
                  <a:lnTo>
                    <a:pt x="813" y="2880"/>
                  </a:lnTo>
                  <a:lnTo>
                    <a:pt x="813" y="3333"/>
                  </a:lnTo>
                  <a:close/>
                  <a:moveTo>
                    <a:pt x="813" y="853"/>
                  </a:moveTo>
                  <a:lnTo>
                    <a:pt x="400" y="853"/>
                  </a:lnTo>
                  <a:lnTo>
                    <a:pt x="400" y="400"/>
                  </a:lnTo>
                  <a:lnTo>
                    <a:pt x="813" y="400"/>
                  </a:lnTo>
                  <a:lnTo>
                    <a:pt x="813" y="853"/>
                  </a:lnTo>
                  <a:close/>
                  <a:moveTo>
                    <a:pt x="1787" y="3333"/>
                  </a:moveTo>
                  <a:lnTo>
                    <a:pt x="1213" y="3333"/>
                  </a:lnTo>
                  <a:lnTo>
                    <a:pt x="1213" y="2880"/>
                  </a:lnTo>
                  <a:lnTo>
                    <a:pt x="1787" y="2880"/>
                  </a:lnTo>
                  <a:lnTo>
                    <a:pt x="1787" y="3333"/>
                  </a:lnTo>
                  <a:close/>
                  <a:moveTo>
                    <a:pt x="1640" y="2236"/>
                  </a:moveTo>
                  <a:lnTo>
                    <a:pt x="1640" y="1497"/>
                  </a:lnTo>
                  <a:cubicBezTo>
                    <a:pt x="1640" y="1387"/>
                    <a:pt x="1718" y="1347"/>
                    <a:pt x="1810" y="1407"/>
                  </a:cubicBezTo>
                  <a:lnTo>
                    <a:pt x="2347" y="1757"/>
                  </a:lnTo>
                  <a:cubicBezTo>
                    <a:pt x="2439" y="1817"/>
                    <a:pt x="2440" y="1916"/>
                    <a:pt x="2348" y="1976"/>
                  </a:cubicBezTo>
                  <a:lnTo>
                    <a:pt x="1810" y="2327"/>
                  </a:lnTo>
                  <a:cubicBezTo>
                    <a:pt x="1718" y="2387"/>
                    <a:pt x="1640" y="2346"/>
                    <a:pt x="1640" y="2236"/>
                  </a:cubicBezTo>
                  <a:close/>
                  <a:moveTo>
                    <a:pt x="2760" y="3333"/>
                  </a:moveTo>
                  <a:lnTo>
                    <a:pt x="2187" y="3333"/>
                  </a:lnTo>
                  <a:lnTo>
                    <a:pt x="2187" y="2880"/>
                  </a:lnTo>
                  <a:lnTo>
                    <a:pt x="2760" y="2880"/>
                  </a:lnTo>
                  <a:lnTo>
                    <a:pt x="2760" y="3333"/>
                  </a:lnTo>
                  <a:close/>
                  <a:moveTo>
                    <a:pt x="2760" y="853"/>
                  </a:moveTo>
                  <a:lnTo>
                    <a:pt x="2187" y="853"/>
                  </a:lnTo>
                  <a:lnTo>
                    <a:pt x="2187" y="400"/>
                  </a:lnTo>
                  <a:lnTo>
                    <a:pt x="2760" y="400"/>
                  </a:lnTo>
                  <a:lnTo>
                    <a:pt x="2760" y="853"/>
                  </a:lnTo>
                  <a:close/>
                  <a:moveTo>
                    <a:pt x="3573" y="3333"/>
                  </a:moveTo>
                  <a:lnTo>
                    <a:pt x="3160" y="3333"/>
                  </a:lnTo>
                  <a:lnTo>
                    <a:pt x="3160" y="2880"/>
                  </a:lnTo>
                  <a:lnTo>
                    <a:pt x="3573" y="2880"/>
                  </a:lnTo>
                  <a:lnTo>
                    <a:pt x="3573" y="3333"/>
                  </a:lnTo>
                  <a:close/>
                  <a:moveTo>
                    <a:pt x="3573" y="853"/>
                  </a:moveTo>
                  <a:lnTo>
                    <a:pt x="3160" y="853"/>
                  </a:lnTo>
                  <a:lnTo>
                    <a:pt x="3160" y="400"/>
                  </a:lnTo>
                  <a:lnTo>
                    <a:pt x="3573" y="400"/>
                  </a:lnTo>
                  <a:lnTo>
                    <a:pt x="3573" y="853"/>
                  </a:lnTo>
                  <a:close/>
                </a:path>
              </a:pathLst>
            </a:custGeom>
            <a:solidFill>
              <a:schemeClr val="accent1"/>
            </a:solidFill>
            <a:ln>
              <a:noFill/>
            </a:ln>
          </p:spPr>
          <p:txBody>
            <a:bodyPr wrap="square" lIns="91440" tIns="45720" rIns="91440" bIns="45720">
              <a:normAutofit fontScale="92500" lnSpcReduction="20000"/>
            </a:bodyPr>
            <a:lstStyle/>
            <a:p>
              <a:endParaRPr lang="zh-CN" altLang="en-US">
                <a:solidFill>
                  <a:schemeClr val="tx1">
                    <a:lumMod val="75000"/>
                    <a:lumOff val="25000"/>
                  </a:schemeClr>
                </a:solidFill>
              </a:endParaRPr>
            </a:p>
          </p:txBody>
        </p:sp>
        <p:sp>
          <p:nvSpPr>
            <p:cNvPr id="18" name="íslíďè">
              <a:extLst>
                <a:ext uri="{FF2B5EF4-FFF2-40B4-BE49-F238E27FC236}">
                  <a16:creationId xmlns:a16="http://schemas.microsoft.com/office/drawing/2014/main" id="{56247769-233F-43B3-8223-9D8E261DC966}"/>
                </a:ext>
              </a:extLst>
            </p:cNvPr>
            <p:cNvSpPr/>
            <p:nvPr/>
          </p:nvSpPr>
          <p:spPr bwMode="auto">
            <a:xfrm>
              <a:off x="7213966" y="2653958"/>
              <a:ext cx="345568" cy="312828"/>
            </a:xfrm>
            <a:custGeom>
              <a:avLst/>
              <a:gdLst>
                <a:gd name="connsiteX0" fmla="*/ 203544 w 605680"/>
                <a:gd name="connsiteY0" fmla="*/ 393040 h 548298"/>
                <a:gd name="connsiteX1" fmla="*/ 155404 w 605680"/>
                <a:gd name="connsiteY1" fmla="*/ 441108 h 548298"/>
                <a:gd name="connsiteX2" fmla="*/ 203544 w 605680"/>
                <a:gd name="connsiteY2" fmla="*/ 489002 h 548298"/>
                <a:gd name="connsiteX3" fmla="*/ 251511 w 605680"/>
                <a:gd name="connsiteY3" fmla="*/ 441108 h 548298"/>
                <a:gd name="connsiteX4" fmla="*/ 203544 w 605680"/>
                <a:gd name="connsiteY4" fmla="*/ 393040 h 548298"/>
                <a:gd name="connsiteX5" fmla="*/ 109182 w 605680"/>
                <a:gd name="connsiteY5" fmla="*/ 297078 h 548298"/>
                <a:gd name="connsiteX6" fmla="*/ 61215 w 605680"/>
                <a:gd name="connsiteY6" fmla="*/ 344972 h 548298"/>
                <a:gd name="connsiteX7" fmla="*/ 109182 w 605680"/>
                <a:gd name="connsiteY7" fmla="*/ 393040 h 548298"/>
                <a:gd name="connsiteX8" fmla="*/ 157322 w 605680"/>
                <a:gd name="connsiteY8" fmla="*/ 344972 h 548298"/>
                <a:gd name="connsiteX9" fmla="*/ 109182 w 605680"/>
                <a:gd name="connsiteY9" fmla="*/ 297078 h 548298"/>
                <a:gd name="connsiteX10" fmla="*/ 449089 w 605680"/>
                <a:gd name="connsiteY10" fmla="*/ 177613 h 548298"/>
                <a:gd name="connsiteX11" fmla="*/ 453101 w 605680"/>
                <a:gd name="connsiteY11" fmla="*/ 181270 h 548298"/>
                <a:gd name="connsiteX12" fmla="*/ 519216 w 605680"/>
                <a:gd name="connsiteY12" fmla="*/ 216796 h 548298"/>
                <a:gd name="connsiteX13" fmla="*/ 461824 w 605680"/>
                <a:gd name="connsiteY13" fmla="*/ 294118 h 548298"/>
                <a:gd name="connsiteX14" fmla="*/ 418212 w 605680"/>
                <a:gd name="connsiteY14" fmla="*/ 311881 h 548298"/>
                <a:gd name="connsiteX15" fmla="*/ 411758 w 605680"/>
                <a:gd name="connsiteY15" fmla="*/ 265210 h 548298"/>
                <a:gd name="connsiteX16" fmla="*/ 136915 w 605680"/>
                <a:gd name="connsiteY16" fmla="*/ 173425 h 548298"/>
                <a:gd name="connsiteX17" fmla="*/ 88949 w 605680"/>
                <a:gd name="connsiteY17" fmla="*/ 221319 h 548298"/>
                <a:gd name="connsiteX18" fmla="*/ 136915 w 605680"/>
                <a:gd name="connsiteY18" fmla="*/ 269387 h 548298"/>
                <a:gd name="connsiteX19" fmla="*/ 185056 w 605680"/>
                <a:gd name="connsiteY19" fmla="*/ 221319 h 548298"/>
                <a:gd name="connsiteX20" fmla="*/ 136915 w 605680"/>
                <a:gd name="connsiteY20" fmla="*/ 173425 h 548298"/>
                <a:gd name="connsiteX21" fmla="*/ 479079 w 605680"/>
                <a:gd name="connsiteY21" fmla="*/ 107118 h 548298"/>
                <a:gd name="connsiteX22" fmla="*/ 499309 w 605680"/>
                <a:gd name="connsiteY22" fmla="*/ 135840 h 548298"/>
                <a:gd name="connsiteX23" fmla="*/ 571858 w 605680"/>
                <a:gd name="connsiteY23" fmla="*/ 145762 h 548298"/>
                <a:gd name="connsiteX24" fmla="*/ 540467 w 605680"/>
                <a:gd name="connsiteY24" fmla="*/ 188061 h 548298"/>
                <a:gd name="connsiteX25" fmla="*/ 461988 w 605680"/>
                <a:gd name="connsiteY25" fmla="*/ 147328 h 548298"/>
                <a:gd name="connsiteX26" fmla="*/ 242266 w 605680"/>
                <a:gd name="connsiteY26" fmla="*/ 90351 h 548298"/>
                <a:gd name="connsiteX27" fmla="*/ 194300 w 605680"/>
                <a:gd name="connsiteY27" fmla="*/ 138245 h 548298"/>
                <a:gd name="connsiteX28" fmla="*/ 242266 w 605680"/>
                <a:gd name="connsiteY28" fmla="*/ 186313 h 548298"/>
                <a:gd name="connsiteX29" fmla="*/ 290407 w 605680"/>
                <a:gd name="connsiteY29" fmla="*/ 138245 h 548298"/>
                <a:gd name="connsiteX30" fmla="*/ 242266 w 605680"/>
                <a:gd name="connsiteY30" fmla="*/ 90351 h 548298"/>
                <a:gd name="connsiteX31" fmla="*/ 305846 w 605680"/>
                <a:gd name="connsiteY31" fmla="*/ 28897 h 548298"/>
                <a:gd name="connsiteX32" fmla="*/ 465353 w 605680"/>
                <a:gd name="connsiteY32" fmla="*/ 97840 h 548298"/>
                <a:gd name="connsiteX33" fmla="*/ 448783 w 605680"/>
                <a:gd name="connsiteY33" fmla="*/ 136852 h 548298"/>
                <a:gd name="connsiteX34" fmla="*/ 408317 w 605680"/>
                <a:gd name="connsiteY34" fmla="*/ 231594 h 548298"/>
                <a:gd name="connsiteX35" fmla="*/ 393491 w 605680"/>
                <a:gd name="connsiteY35" fmla="*/ 258589 h 548298"/>
                <a:gd name="connsiteX36" fmla="*/ 416864 w 605680"/>
                <a:gd name="connsiteY36" fmla="*/ 333129 h 548298"/>
                <a:gd name="connsiteX37" fmla="*/ 467272 w 605680"/>
                <a:gd name="connsiteY37" fmla="*/ 311185 h 548298"/>
                <a:gd name="connsiteX38" fmla="*/ 483319 w 605680"/>
                <a:gd name="connsiteY38" fmla="*/ 295162 h 548298"/>
                <a:gd name="connsiteX39" fmla="*/ 530587 w 605680"/>
                <a:gd name="connsiteY39" fmla="*/ 231594 h 548298"/>
                <a:gd name="connsiteX40" fmla="*/ 525180 w 605680"/>
                <a:gd name="connsiteY40" fmla="*/ 318500 h 548298"/>
                <a:gd name="connsiteX41" fmla="*/ 379363 w 605680"/>
                <a:gd name="connsiteY41" fmla="*/ 415855 h 548298"/>
                <a:gd name="connsiteX42" fmla="*/ 346920 w 605680"/>
                <a:gd name="connsiteY42" fmla="*/ 431529 h 548298"/>
                <a:gd name="connsiteX43" fmla="*/ 79007 w 605680"/>
                <a:gd name="connsiteY43" fmla="*/ 485867 h 548298"/>
                <a:gd name="connsiteX44" fmla="*/ 231801 w 605680"/>
                <a:gd name="connsiteY44" fmla="*/ 33052 h 548298"/>
                <a:gd name="connsiteX45" fmla="*/ 305846 w 605680"/>
                <a:gd name="connsiteY45" fmla="*/ 28897 h 548298"/>
                <a:gd name="connsiteX46" fmla="*/ 590540 w 605680"/>
                <a:gd name="connsiteY46" fmla="*/ 0 h 548298"/>
                <a:gd name="connsiteX47" fmla="*/ 602576 w 605680"/>
                <a:gd name="connsiteY47" fmla="*/ 90717 h 548298"/>
                <a:gd name="connsiteX48" fmla="*/ 588970 w 605680"/>
                <a:gd name="connsiteY48" fmla="*/ 121711 h 548298"/>
                <a:gd name="connsiteX49" fmla="*/ 505063 w 605680"/>
                <a:gd name="connsiteY49" fmla="*/ 129024 h 548298"/>
                <a:gd name="connsiteX50" fmla="*/ 497736 w 605680"/>
                <a:gd name="connsiteY50" fmla="*/ 45098 h 548298"/>
                <a:gd name="connsiteX51" fmla="*/ 501399 w 605680"/>
                <a:gd name="connsiteY51" fmla="*/ 41093 h 548298"/>
                <a:gd name="connsiteX52" fmla="*/ 501225 w 605680"/>
                <a:gd name="connsiteY52" fmla="*/ 40919 h 548298"/>
                <a:gd name="connsiteX53" fmla="*/ 555651 w 605680"/>
                <a:gd name="connsiteY53" fmla="*/ 8880 h 548298"/>
                <a:gd name="connsiteX54" fmla="*/ 590540 w 605680"/>
                <a:gd name="connsiteY54" fmla="*/ 0 h 54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5680" h="548298">
                  <a:moveTo>
                    <a:pt x="203544" y="393040"/>
                  </a:moveTo>
                  <a:cubicBezTo>
                    <a:pt x="177032" y="393040"/>
                    <a:pt x="155404" y="414462"/>
                    <a:pt x="155404" y="441108"/>
                  </a:cubicBezTo>
                  <a:cubicBezTo>
                    <a:pt x="155404" y="467580"/>
                    <a:pt x="177032" y="489002"/>
                    <a:pt x="203544" y="489002"/>
                  </a:cubicBezTo>
                  <a:cubicBezTo>
                    <a:pt x="230057" y="489002"/>
                    <a:pt x="251511" y="467580"/>
                    <a:pt x="251511" y="441108"/>
                  </a:cubicBezTo>
                  <a:cubicBezTo>
                    <a:pt x="251511" y="414462"/>
                    <a:pt x="230057" y="393040"/>
                    <a:pt x="203544" y="393040"/>
                  </a:cubicBezTo>
                  <a:close/>
                  <a:moveTo>
                    <a:pt x="109182" y="297078"/>
                  </a:moveTo>
                  <a:cubicBezTo>
                    <a:pt x="82669" y="297078"/>
                    <a:pt x="61215" y="318500"/>
                    <a:pt x="61215" y="344972"/>
                  </a:cubicBezTo>
                  <a:cubicBezTo>
                    <a:pt x="61215" y="371444"/>
                    <a:pt x="82669" y="393040"/>
                    <a:pt x="109182" y="393040"/>
                  </a:cubicBezTo>
                  <a:cubicBezTo>
                    <a:pt x="135694" y="393040"/>
                    <a:pt x="157322" y="371444"/>
                    <a:pt x="157322" y="344972"/>
                  </a:cubicBezTo>
                  <a:cubicBezTo>
                    <a:pt x="157322" y="318500"/>
                    <a:pt x="135694" y="297078"/>
                    <a:pt x="109182" y="297078"/>
                  </a:cubicBezTo>
                  <a:close/>
                  <a:moveTo>
                    <a:pt x="449089" y="177613"/>
                  </a:moveTo>
                  <a:cubicBezTo>
                    <a:pt x="450310" y="178832"/>
                    <a:pt x="451706" y="180051"/>
                    <a:pt x="453101" y="181270"/>
                  </a:cubicBezTo>
                  <a:cubicBezTo>
                    <a:pt x="468453" y="194157"/>
                    <a:pt x="492526" y="210701"/>
                    <a:pt x="519216" y="216796"/>
                  </a:cubicBezTo>
                  <a:lnTo>
                    <a:pt x="461824" y="294118"/>
                  </a:lnTo>
                  <a:cubicBezTo>
                    <a:pt x="449438" y="310836"/>
                    <a:pt x="430075" y="318673"/>
                    <a:pt x="418212" y="311881"/>
                  </a:cubicBezTo>
                  <a:cubicBezTo>
                    <a:pt x="406525" y="305089"/>
                    <a:pt x="403559" y="284192"/>
                    <a:pt x="411758" y="265210"/>
                  </a:cubicBezTo>
                  <a:close/>
                  <a:moveTo>
                    <a:pt x="136915" y="173425"/>
                  </a:moveTo>
                  <a:cubicBezTo>
                    <a:pt x="110403" y="173425"/>
                    <a:pt x="88949" y="194847"/>
                    <a:pt x="88949" y="221319"/>
                  </a:cubicBezTo>
                  <a:cubicBezTo>
                    <a:pt x="88949" y="247791"/>
                    <a:pt x="110403" y="269387"/>
                    <a:pt x="136915" y="269387"/>
                  </a:cubicBezTo>
                  <a:cubicBezTo>
                    <a:pt x="163427" y="269387"/>
                    <a:pt x="185056" y="247791"/>
                    <a:pt x="185056" y="221319"/>
                  </a:cubicBezTo>
                  <a:cubicBezTo>
                    <a:pt x="185056" y="194847"/>
                    <a:pt x="163427" y="173425"/>
                    <a:pt x="136915" y="173425"/>
                  </a:cubicBezTo>
                  <a:close/>
                  <a:moveTo>
                    <a:pt x="479079" y="107118"/>
                  </a:moveTo>
                  <a:cubicBezTo>
                    <a:pt x="483090" y="117910"/>
                    <a:pt x="489892" y="127832"/>
                    <a:pt x="499309" y="135840"/>
                  </a:cubicBezTo>
                  <a:cubicBezTo>
                    <a:pt x="520237" y="153247"/>
                    <a:pt x="548489" y="156206"/>
                    <a:pt x="571858" y="145762"/>
                  </a:cubicBezTo>
                  <a:lnTo>
                    <a:pt x="540467" y="188061"/>
                  </a:lnTo>
                  <a:cubicBezTo>
                    <a:pt x="510296" y="188409"/>
                    <a:pt x="477161" y="162298"/>
                    <a:pt x="461988" y="147328"/>
                  </a:cubicBezTo>
                  <a:close/>
                  <a:moveTo>
                    <a:pt x="242266" y="90351"/>
                  </a:moveTo>
                  <a:cubicBezTo>
                    <a:pt x="215754" y="90351"/>
                    <a:pt x="194300" y="111773"/>
                    <a:pt x="194300" y="138245"/>
                  </a:cubicBezTo>
                  <a:cubicBezTo>
                    <a:pt x="194300" y="164717"/>
                    <a:pt x="215754" y="186313"/>
                    <a:pt x="242266" y="186313"/>
                  </a:cubicBezTo>
                  <a:cubicBezTo>
                    <a:pt x="268953" y="186313"/>
                    <a:pt x="290407" y="164717"/>
                    <a:pt x="290407" y="138245"/>
                  </a:cubicBezTo>
                  <a:cubicBezTo>
                    <a:pt x="290407" y="111773"/>
                    <a:pt x="268779" y="90351"/>
                    <a:pt x="242266" y="90351"/>
                  </a:cubicBezTo>
                  <a:close/>
                  <a:moveTo>
                    <a:pt x="305846" y="28897"/>
                  </a:moveTo>
                  <a:cubicBezTo>
                    <a:pt x="374664" y="32824"/>
                    <a:pt x="427809" y="59699"/>
                    <a:pt x="465353" y="97840"/>
                  </a:cubicBezTo>
                  <a:lnTo>
                    <a:pt x="448783" y="136852"/>
                  </a:lnTo>
                  <a:lnTo>
                    <a:pt x="408317" y="231594"/>
                  </a:lnTo>
                  <a:cubicBezTo>
                    <a:pt x="402212" y="239083"/>
                    <a:pt x="396979" y="248139"/>
                    <a:pt x="393491" y="258589"/>
                  </a:cubicBezTo>
                  <a:cubicBezTo>
                    <a:pt x="382502" y="292028"/>
                    <a:pt x="392968" y="325466"/>
                    <a:pt x="416864" y="333129"/>
                  </a:cubicBezTo>
                  <a:cubicBezTo>
                    <a:pt x="434131" y="338876"/>
                    <a:pt x="453667" y="329472"/>
                    <a:pt x="467272" y="311185"/>
                  </a:cubicBezTo>
                  <a:cubicBezTo>
                    <a:pt x="473202" y="306831"/>
                    <a:pt x="478784" y="301432"/>
                    <a:pt x="483319" y="295162"/>
                  </a:cubicBezTo>
                  <a:lnTo>
                    <a:pt x="530587" y="231594"/>
                  </a:lnTo>
                  <a:cubicBezTo>
                    <a:pt x="534599" y="261550"/>
                    <a:pt x="532855" y="291331"/>
                    <a:pt x="525180" y="318500"/>
                  </a:cubicBezTo>
                  <a:cubicBezTo>
                    <a:pt x="497621" y="415681"/>
                    <a:pt x="418259" y="420035"/>
                    <a:pt x="379363" y="415855"/>
                  </a:cubicBezTo>
                  <a:cubicBezTo>
                    <a:pt x="367153" y="414636"/>
                    <a:pt x="352850" y="420906"/>
                    <a:pt x="346920" y="431529"/>
                  </a:cubicBezTo>
                  <a:cubicBezTo>
                    <a:pt x="293547" y="525575"/>
                    <a:pt x="219766" y="610391"/>
                    <a:pt x="79007" y="485867"/>
                  </a:cubicBezTo>
                  <a:cubicBezTo>
                    <a:pt x="-71346" y="352983"/>
                    <a:pt x="167" y="69974"/>
                    <a:pt x="231801" y="33052"/>
                  </a:cubicBezTo>
                  <a:cubicBezTo>
                    <a:pt x="258226" y="28829"/>
                    <a:pt x="282907" y="27588"/>
                    <a:pt x="305846" y="28897"/>
                  </a:cubicBezTo>
                  <a:close/>
                  <a:moveTo>
                    <a:pt x="590540" y="0"/>
                  </a:moveTo>
                  <a:cubicBezTo>
                    <a:pt x="590540" y="0"/>
                    <a:pt x="613915" y="36566"/>
                    <a:pt x="602576" y="90717"/>
                  </a:cubicBezTo>
                  <a:cubicBezTo>
                    <a:pt x="601181" y="101687"/>
                    <a:pt x="596645" y="112483"/>
                    <a:pt x="588970" y="121711"/>
                  </a:cubicBezTo>
                  <a:cubicBezTo>
                    <a:pt x="567862" y="146785"/>
                    <a:pt x="530357" y="150093"/>
                    <a:pt x="505063" y="129024"/>
                  </a:cubicBezTo>
                  <a:cubicBezTo>
                    <a:pt x="479768" y="107781"/>
                    <a:pt x="476454" y="70345"/>
                    <a:pt x="497736" y="45098"/>
                  </a:cubicBezTo>
                  <a:cubicBezTo>
                    <a:pt x="498957" y="43705"/>
                    <a:pt x="500178" y="42312"/>
                    <a:pt x="501399" y="41093"/>
                  </a:cubicBezTo>
                  <a:lnTo>
                    <a:pt x="501225" y="40919"/>
                  </a:lnTo>
                  <a:cubicBezTo>
                    <a:pt x="501225" y="40919"/>
                    <a:pt x="524600" y="10796"/>
                    <a:pt x="555651" y="8880"/>
                  </a:cubicBezTo>
                  <a:cubicBezTo>
                    <a:pt x="586876" y="6791"/>
                    <a:pt x="590540" y="0"/>
                    <a:pt x="590540" y="0"/>
                  </a:cubicBezTo>
                  <a:close/>
                </a:path>
              </a:pathLst>
            </a:custGeom>
            <a:solidFill>
              <a:schemeClr val="accent2"/>
            </a:solidFill>
            <a:ln>
              <a:noFill/>
            </a:ln>
          </p:spPr>
          <p:txBody>
            <a:bodyPr wrap="square" lIns="91440" tIns="45720" rIns="91440" bIns="45720">
              <a:normAutofit fontScale="92500" lnSpcReduction="20000"/>
            </a:bodyPr>
            <a:lstStyle/>
            <a:p>
              <a:endParaRPr lang="zh-CN" altLang="en-US">
                <a:solidFill>
                  <a:schemeClr val="tx1">
                    <a:lumMod val="75000"/>
                    <a:lumOff val="25000"/>
                  </a:schemeClr>
                </a:solidFill>
              </a:endParaRPr>
            </a:p>
          </p:txBody>
        </p:sp>
        <p:sp>
          <p:nvSpPr>
            <p:cNvPr id="19" name="iSļïḋê">
              <a:extLst>
                <a:ext uri="{FF2B5EF4-FFF2-40B4-BE49-F238E27FC236}">
                  <a16:creationId xmlns:a16="http://schemas.microsoft.com/office/drawing/2014/main" id="{328CAE11-C549-49F9-ACD8-67FE119015D5}"/>
                </a:ext>
              </a:extLst>
            </p:cNvPr>
            <p:cNvSpPr/>
            <p:nvPr/>
          </p:nvSpPr>
          <p:spPr bwMode="auto">
            <a:xfrm>
              <a:off x="9795460" y="2642253"/>
              <a:ext cx="345568" cy="336238"/>
            </a:xfrm>
            <a:custGeom>
              <a:avLst/>
              <a:gdLst>
                <a:gd name="connsiteX0" fmla="*/ 273512 w 601147"/>
                <a:gd name="connsiteY0" fmla="*/ 584635 h 584917"/>
                <a:gd name="connsiteX1" fmla="*/ 273513 w 601147"/>
                <a:gd name="connsiteY1" fmla="*/ 584635 h 584917"/>
                <a:gd name="connsiteX2" fmla="*/ 273583 w 601147"/>
                <a:gd name="connsiteY2" fmla="*/ 584635 h 584917"/>
                <a:gd name="connsiteX3" fmla="*/ 273583 w 601147"/>
                <a:gd name="connsiteY3" fmla="*/ 584917 h 584917"/>
                <a:gd name="connsiteX4" fmla="*/ 273512 w 601147"/>
                <a:gd name="connsiteY4" fmla="*/ 584917 h 584917"/>
                <a:gd name="connsiteX5" fmla="*/ 509977 w 601147"/>
                <a:gd name="connsiteY5" fmla="*/ 386927 h 584917"/>
                <a:gd name="connsiteX6" fmla="*/ 441599 w 601147"/>
                <a:gd name="connsiteY6" fmla="*/ 411333 h 584917"/>
                <a:gd name="connsiteX7" fmla="*/ 441599 w 601147"/>
                <a:gd name="connsiteY7" fmla="*/ 471114 h 584917"/>
                <a:gd name="connsiteX8" fmla="*/ 509977 w 601147"/>
                <a:gd name="connsiteY8" fmla="*/ 558592 h 584917"/>
                <a:gd name="connsiteX9" fmla="*/ 509977 w 601147"/>
                <a:gd name="connsiteY9" fmla="*/ 356214 h 584917"/>
                <a:gd name="connsiteX10" fmla="*/ 601147 w 601147"/>
                <a:gd name="connsiteY10" fmla="*/ 385008 h 584917"/>
                <a:gd name="connsiteX11" fmla="*/ 601147 w 601147"/>
                <a:gd name="connsiteY11" fmla="*/ 471114 h 584917"/>
                <a:gd name="connsiteX12" fmla="*/ 509977 w 601147"/>
                <a:gd name="connsiteY12" fmla="*/ 584917 h 584917"/>
                <a:gd name="connsiteX13" fmla="*/ 418806 w 601147"/>
                <a:gd name="connsiteY13" fmla="*/ 471114 h 584917"/>
                <a:gd name="connsiteX14" fmla="*/ 418806 w 601147"/>
                <a:gd name="connsiteY14" fmla="*/ 385008 h 584917"/>
                <a:gd name="connsiteX15" fmla="*/ 509977 w 601147"/>
                <a:gd name="connsiteY15" fmla="*/ 356214 h 584917"/>
                <a:gd name="connsiteX16" fmla="*/ 273513 w 601147"/>
                <a:gd name="connsiteY16" fmla="*/ 0 h 584917"/>
                <a:gd name="connsiteX17" fmla="*/ 424549 w 601147"/>
                <a:gd name="connsiteY17" fmla="*/ 150820 h 584917"/>
                <a:gd name="connsiteX18" fmla="*/ 341067 w 601147"/>
                <a:gd name="connsiteY18" fmla="*/ 308771 h 584917"/>
                <a:gd name="connsiteX19" fmla="*/ 453383 w 601147"/>
                <a:gd name="connsiteY19" fmla="*/ 364163 h 584917"/>
                <a:gd name="connsiteX20" fmla="*/ 427570 w 601147"/>
                <a:gd name="connsiteY20" fmla="*/ 363889 h 584917"/>
                <a:gd name="connsiteX21" fmla="*/ 395989 w 601147"/>
                <a:gd name="connsiteY21" fmla="*/ 351000 h 584917"/>
                <a:gd name="connsiteX22" fmla="*/ 395989 w 601147"/>
                <a:gd name="connsiteY22" fmla="*/ 471108 h 584917"/>
                <a:gd name="connsiteX23" fmla="*/ 449264 w 601147"/>
                <a:gd name="connsiteY23" fmla="*/ 570376 h 584917"/>
                <a:gd name="connsiteX24" fmla="*/ 273513 w 601147"/>
                <a:gd name="connsiteY24" fmla="*/ 584635 h 584917"/>
                <a:gd name="connsiteX25" fmla="*/ 350129 w 601147"/>
                <a:gd name="connsiteY25" fmla="*/ 508402 h 584917"/>
                <a:gd name="connsiteX26" fmla="*/ 285595 w 601147"/>
                <a:gd name="connsiteY26" fmla="*/ 352646 h 584917"/>
                <a:gd name="connsiteX27" fmla="*/ 286419 w 601147"/>
                <a:gd name="connsiteY27" fmla="*/ 352646 h 584917"/>
                <a:gd name="connsiteX28" fmla="*/ 311409 w 601147"/>
                <a:gd name="connsiteY28" fmla="*/ 323853 h 584917"/>
                <a:gd name="connsiteX29" fmla="*/ 273513 w 601147"/>
                <a:gd name="connsiteY29" fmla="*/ 330708 h 584917"/>
                <a:gd name="connsiteX30" fmla="*/ 235616 w 601147"/>
                <a:gd name="connsiteY30" fmla="*/ 323853 h 584917"/>
                <a:gd name="connsiteX31" fmla="*/ 260880 w 601147"/>
                <a:gd name="connsiteY31" fmla="*/ 352646 h 584917"/>
                <a:gd name="connsiteX32" fmla="*/ 261430 w 601147"/>
                <a:gd name="connsiteY32" fmla="*/ 352646 h 584917"/>
                <a:gd name="connsiteX33" fmla="*/ 196896 w 601147"/>
                <a:gd name="connsiteY33" fmla="*/ 508402 h 584917"/>
                <a:gd name="connsiteX34" fmla="*/ 273513 w 601147"/>
                <a:gd name="connsiteY34" fmla="*/ 584635 h 584917"/>
                <a:gd name="connsiteX35" fmla="*/ 0 w 601147"/>
                <a:gd name="connsiteY35" fmla="*/ 517451 h 584917"/>
                <a:gd name="connsiteX36" fmla="*/ 205958 w 601147"/>
                <a:gd name="connsiteY36" fmla="*/ 308771 h 584917"/>
                <a:gd name="connsiteX37" fmla="*/ 122476 w 601147"/>
                <a:gd name="connsiteY37" fmla="*/ 150820 h 584917"/>
                <a:gd name="connsiteX38" fmla="*/ 273513 w 601147"/>
                <a:gd name="connsiteY38" fmla="*/ 0 h 584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1147" h="584917">
                  <a:moveTo>
                    <a:pt x="273512" y="584635"/>
                  </a:moveTo>
                  <a:lnTo>
                    <a:pt x="273513" y="584635"/>
                  </a:lnTo>
                  <a:lnTo>
                    <a:pt x="273583" y="584635"/>
                  </a:lnTo>
                  <a:lnTo>
                    <a:pt x="273583" y="584917"/>
                  </a:lnTo>
                  <a:lnTo>
                    <a:pt x="273512" y="584917"/>
                  </a:lnTo>
                  <a:close/>
                  <a:moveTo>
                    <a:pt x="509977" y="386927"/>
                  </a:moveTo>
                  <a:cubicBezTo>
                    <a:pt x="484163" y="406671"/>
                    <a:pt x="459448" y="411333"/>
                    <a:pt x="441599" y="411333"/>
                  </a:cubicBezTo>
                  <a:lnTo>
                    <a:pt x="441599" y="471114"/>
                  </a:lnTo>
                  <a:cubicBezTo>
                    <a:pt x="441599" y="509505"/>
                    <a:pt x="484438" y="543235"/>
                    <a:pt x="509977" y="558592"/>
                  </a:cubicBezTo>
                  <a:close/>
                  <a:moveTo>
                    <a:pt x="509977" y="356214"/>
                  </a:moveTo>
                  <a:cubicBezTo>
                    <a:pt x="555562" y="403929"/>
                    <a:pt x="601147" y="385008"/>
                    <a:pt x="601147" y="385008"/>
                  </a:cubicBezTo>
                  <a:lnTo>
                    <a:pt x="601147" y="471114"/>
                  </a:lnTo>
                  <a:cubicBezTo>
                    <a:pt x="601147" y="539396"/>
                    <a:pt x="509977" y="584917"/>
                    <a:pt x="509977" y="584917"/>
                  </a:cubicBezTo>
                  <a:cubicBezTo>
                    <a:pt x="509977" y="584917"/>
                    <a:pt x="418806" y="539396"/>
                    <a:pt x="418806" y="471114"/>
                  </a:cubicBezTo>
                  <a:lnTo>
                    <a:pt x="418806" y="385008"/>
                  </a:lnTo>
                  <a:cubicBezTo>
                    <a:pt x="418806" y="385008"/>
                    <a:pt x="464391" y="403929"/>
                    <a:pt x="509977" y="356214"/>
                  </a:cubicBezTo>
                  <a:close/>
                  <a:moveTo>
                    <a:pt x="273513" y="0"/>
                  </a:moveTo>
                  <a:cubicBezTo>
                    <a:pt x="356994" y="0"/>
                    <a:pt x="424549" y="67458"/>
                    <a:pt x="424549" y="150820"/>
                  </a:cubicBezTo>
                  <a:cubicBezTo>
                    <a:pt x="424549" y="210052"/>
                    <a:pt x="390497" y="275590"/>
                    <a:pt x="341067" y="308771"/>
                  </a:cubicBezTo>
                  <a:cubicBezTo>
                    <a:pt x="383357" y="319465"/>
                    <a:pt x="421528" y="339483"/>
                    <a:pt x="453383" y="364163"/>
                  </a:cubicBezTo>
                  <a:cubicBezTo>
                    <a:pt x="438280" y="367454"/>
                    <a:pt x="427570" y="363889"/>
                    <a:pt x="427570" y="363889"/>
                  </a:cubicBezTo>
                  <a:lnTo>
                    <a:pt x="395989" y="351000"/>
                  </a:lnTo>
                  <a:lnTo>
                    <a:pt x="395989" y="471108"/>
                  </a:lnTo>
                  <a:cubicBezTo>
                    <a:pt x="395989" y="513338"/>
                    <a:pt x="422901" y="547341"/>
                    <a:pt x="449264" y="570376"/>
                  </a:cubicBezTo>
                  <a:cubicBezTo>
                    <a:pt x="399559" y="579973"/>
                    <a:pt x="336673" y="584635"/>
                    <a:pt x="273513" y="584635"/>
                  </a:cubicBezTo>
                  <a:lnTo>
                    <a:pt x="350129" y="508402"/>
                  </a:lnTo>
                  <a:lnTo>
                    <a:pt x="285595" y="352646"/>
                  </a:lnTo>
                  <a:lnTo>
                    <a:pt x="286419" y="352646"/>
                  </a:lnTo>
                  <a:lnTo>
                    <a:pt x="311409" y="323853"/>
                  </a:lnTo>
                  <a:cubicBezTo>
                    <a:pt x="299326" y="328240"/>
                    <a:pt x="286694" y="330708"/>
                    <a:pt x="273513" y="330708"/>
                  </a:cubicBezTo>
                  <a:cubicBezTo>
                    <a:pt x="260331" y="330708"/>
                    <a:pt x="247699" y="328240"/>
                    <a:pt x="235616" y="323853"/>
                  </a:cubicBezTo>
                  <a:lnTo>
                    <a:pt x="260880" y="352646"/>
                  </a:lnTo>
                  <a:lnTo>
                    <a:pt x="261430" y="352646"/>
                  </a:lnTo>
                  <a:lnTo>
                    <a:pt x="196896" y="508402"/>
                  </a:lnTo>
                  <a:lnTo>
                    <a:pt x="273513" y="584635"/>
                  </a:lnTo>
                  <a:cubicBezTo>
                    <a:pt x="136756" y="584635"/>
                    <a:pt x="0" y="562423"/>
                    <a:pt x="0" y="517451"/>
                  </a:cubicBezTo>
                  <a:cubicBezTo>
                    <a:pt x="0" y="441218"/>
                    <a:pt x="87601" y="338661"/>
                    <a:pt x="205958" y="308771"/>
                  </a:cubicBezTo>
                  <a:cubicBezTo>
                    <a:pt x="156528" y="275590"/>
                    <a:pt x="122476" y="210052"/>
                    <a:pt x="122476" y="150820"/>
                  </a:cubicBezTo>
                  <a:cubicBezTo>
                    <a:pt x="122476" y="67458"/>
                    <a:pt x="190031" y="0"/>
                    <a:pt x="273513" y="0"/>
                  </a:cubicBezTo>
                  <a:close/>
                </a:path>
              </a:pathLst>
            </a:custGeom>
            <a:solidFill>
              <a:schemeClr val="accent1"/>
            </a:solidFill>
            <a:ln>
              <a:noFill/>
            </a:ln>
          </p:spPr>
          <p:txBody>
            <a:bodyPr wrap="square" lIns="91440" tIns="45720" rIns="91440" bIns="45720">
              <a:normAutofit fontScale="92500" lnSpcReduction="10000"/>
            </a:bodyPr>
            <a:lstStyle/>
            <a:p>
              <a:endParaRPr lang="zh-CN" altLang="en-US">
                <a:solidFill>
                  <a:schemeClr val="tx1">
                    <a:lumMod val="75000"/>
                    <a:lumOff val="25000"/>
                  </a:schemeClr>
                </a:solidFill>
              </a:endParaRPr>
            </a:p>
          </p:txBody>
        </p:sp>
        <p:sp>
          <p:nvSpPr>
            <p:cNvPr id="20" name="íśļiḍe">
              <a:extLst>
                <a:ext uri="{FF2B5EF4-FFF2-40B4-BE49-F238E27FC236}">
                  <a16:creationId xmlns:a16="http://schemas.microsoft.com/office/drawing/2014/main" id="{C15E6EE4-A721-4D9D-8D5A-920BBD4A88AE}"/>
                </a:ext>
              </a:extLst>
            </p:cNvPr>
            <p:cNvSpPr/>
            <p:nvPr/>
          </p:nvSpPr>
          <p:spPr bwMode="auto">
            <a:xfrm>
              <a:off x="1072898"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1" name="îšḷîdè">
              <a:extLst>
                <a:ext uri="{FF2B5EF4-FFF2-40B4-BE49-F238E27FC236}">
                  <a16:creationId xmlns:a16="http://schemas.microsoft.com/office/drawing/2014/main" id="{BED0794C-D45E-4E93-9B6D-D158E51FCF7B}"/>
                </a:ext>
              </a:extLst>
            </p:cNvPr>
            <p:cNvSpPr/>
            <p:nvPr/>
          </p:nvSpPr>
          <p:spPr bwMode="auto">
            <a:xfrm>
              <a:off x="3654391"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2" name="îSļiḑe">
              <a:extLst>
                <a:ext uri="{FF2B5EF4-FFF2-40B4-BE49-F238E27FC236}">
                  <a16:creationId xmlns:a16="http://schemas.microsoft.com/office/drawing/2014/main" id="{9977D6AA-C0CB-4AE3-A281-5A73F2983C34}"/>
                </a:ext>
              </a:extLst>
            </p:cNvPr>
            <p:cNvSpPr/>
            <p:nvPr/>
          </p:nvSpPr>
          <p:spPr bwMode="auto">
            <a:xfrm>
              <a:off x="6235884"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3" name="ïṡḻíḑê">
              <a:extLst>
                <a:ext uri="{FF2B5EF4-FFF2-40B4-BE49-F238E27FC236}">
                  <a16:creationId xmlns:a16="http://schemas.microsoft.com/office/drawing/2014/main" id="{C6FE85DE-143F-4310-84D6-4D004B6813A3}"/>
                </a:ext>
              </a:extLst>
            </p:cNvPr>
            <p:cNvSpPr/>
            <p:nvPr/>
          </p:nvSpPr>
          <p:spPr bwMode="auto">
            <a:xfrm>
              <a:off x="8817377" y="4113929"/>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4" name="išľíḍè">
              <a:extLst>
                <a:ext uri="{FF2B5EF4-FFF2-40B4-BE49-F238E27FC236}">
                  <a16:creationId xmlns:a16="http://schemas.microsoft.com/office/drawing/2014/main" id="{20F97E3D-566C-44D4-965E-EFD05A1437B3}"/>
                </a:ext>
              </a:extLst>
            </p:cNvPr>
            <p:cNvSpPr/>
            <p:nvPr/>
          </p:nvSpPr>
          <p:spPr bwMode="auto">
            <a:xfrm>
              <a:off x="1072898" y="5354853"/>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5" name="îš1îḓe">
              <a:extLst>
                <a:ext uri="{FF2B5EF4-FFF2-40B4-BE49-F238E27FC236}">
                  <a16:creationId xmlns:a16="http://schemas.microsoft.com/office/drawing/2014/main" id="{D89998B2-425A-4FFB-BFB6-8BC933F4C131}"/>
                </a:ext>
              </a:extLst>
            </p:cNvPr>
            <p:cNvSpPr/>
            <p:nvPr/>
          </p:nvSpPr>
          <p:spPr bwMode="auto">
            <a:xfrm>
              <a:off x="6235884" y="5354853"/>
              <a:ext cx="2301730" cy="79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grpSp>
    </p:spTree>
    <p:custDataLst>
      <p:tags r:id="rId1"/>
    </p:custDataLst>
    <p:extLst>
      <p:ext uri="{BB962C8B-B14F-4D97-AF65-F5344CB8AC3E}">
        <p14:creationId xmlns:p14="http://schemas.microsoft.com/office/powerpoint/2010/main" val="19411173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r>
                <a:rPr lang="zh-CN" altLang="en-US" sz="7200" dirty="0">
                  <a:solidFill>
                    <a:schemeClr val="tx1">
                      <a:lumMod val="75000"/>
                      <a:lumOff val="25000"/>
                    </a:schemeClr>
                  </a:solidFill>
                  <a:latin typeface="思源宋体 CN Heavy" panose="02020900000000000000" pitchFamily="18" charset="-122"/>
                  <a:ea typeface="思源宋体 CN Heavy" panose="02020900000000000000" pitchFamily="18" charset="-122"/>
                </a:rPr>
                <a:t>产品投放分析</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1100" dirty="0">
                  <a:solidFill>
                    <a:schemeClr val="tx1">
                      <a:lumMod val="50000"/>
                      <a:lumOff val="50000"/>
                    </a:schemeClr>
                  </a:solidFill>
                  <a:latin typeface="+mn-ea"/>
                  <a:cs typeface="+mn-ea"/>
                  <a:sym typeface="+mn-lt"/>
                </a:rPr>
                <a:t>Adjust the spacing to adapt to Chinese typesetting, use the reference line in PPT. Theme color makes PPT more </a:t>
              </a:r>
              <a:r>
                <a:rPr lang="en-US" altLang="zh-CN" dirty="0">
                  <a:solidFill>
                    <a:schemeClr val="tx1">
                      <a:lumMod val="50000"/>
                      <a:lumOff val="50000"/>
                    </a:schemeClr>
                  </a:solidFill>
                  <a:latin typeface="+mn-ea"/>
                  <a:cs typeface="+mn-ea"/>
                  <a:sym typeface="+mn-lt"/>
                </a:rPr>
                <a:t>convenient</a:t>
              </a:r>
              <a:r>
                <a:rPr lang="en-US" altLang="zh-CN" sz="1100" dirty="0">
                  <a:solidFill>
                    <a:schemeClr val="tx1">
                      <a:lumMod val="50000"/>
                      <a:lumOff val="50000"/>
                    </a:schemeClr>
                  </a:solidFill>
                  <a:latin typeface="+mn-ea"/>
                  <a:cs typeface="+mn-ea"/>
                  <a:sym typeface="+mn-lt"/>
                </a:rPr>
                <a:t> to change. </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PART-02</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0864971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i$ḻiḋê"/>
        <p:cNvGrpSpPr/>
        <p:nvPr/>
      </p:nvGrpSpPr>
      <p:grpSpPr>
        <a:xfrm>
          <a:off x="0" y="0"/>
          <a:ext cx="0" cy="0"/>
          <a:chOff x="0" y="0"/>
          <a:chExt cx="0" cy="0"/>
        </a:xfrm>
      </p:grpSpPr>
      <p:grpSp>
        <p:nvGrpSpPr>
          <p:cNvPr id="5" name="ïṡļíḋè"/>
          <p:cNvGrpSpPr/>
          <p:nvPr/>
        </p:nvGrpSpPr>
        <p:grpSpPr>
          <a:xfrm>
            <a:off x="985465" y="1652172"/>
            <a:ext cx="10307431" cy="4307143"/>
            <a:chOff x="985465" y="1652172"/>
            <a:chExt cx="10307431" cy="4307143"/>
          </a:xfrm>
        </p:grpSpPr>
        <p:grpSp>
          <p:nvGrpSpPr>
            <p:cNvPr id="15" name="išľïďè">
              <a:extLst>
                <a:ext uri="{FF2B5EF4-FFF2-40B4-BE49-F238E27FC236}">
                  <a16:creationId xmlns:a16="http://schemas.microsoft.com/office/drawing/2014/main" id="{AE930DB3-B6F7-48DC-A455-33D41898EAA7}"/>
                </a:ext>
              </a:extLst>
            </p:cNvPr>
            <p:cNvGrpSpPr/>
            <p:nvPr/>
          </p:nvGrpSpPr>
          <p:grpSpPr>
            <a:xfrm>
              <a:off x="1804687" y="2576945"/>
              <a:ext cx="8668987" cy="1342804"/>
              <a:chOff x="1804687" y="2116905"/>
              <a:chExt cx="8668987" cy="1802844"/>
            </a:xfrm>
          </p:grpSpPr>
          <p:cxnSp>
            <p:nvCxnSpPr>
              <p:cNvPr id="12" name="îŝḻîḍè">
                <a:extLst>
                  <a:ext uri="{FF2B5EF4-FFF2-40B4-BE49-F238E27FC236}">
                    <a16:creationId xmlns:a16="http://schemas.microsoft.com/office/drawing/2014/main" id="{4F13896E-56D5-4CE2-A4CB-C74EB6B56000}"/>
                  </a:ext>
                </a:extLst>
              </p:cNvPr>
              <p:cNvCxnSpPr>
                <a:cxnSpLocks/>
              </p:cNvCxnSpPr>
              <p:nvPr/>
            </p:nvCxnSpPr>
            <p:spPr>
              <a:xfrm>
                <a:off x="10473674" y="2116905"/>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11" name="îṡļiḑé">
                <a:extLst>
                  <a:ext uri="{FF2B5EF4-FFF2-40B4-BE49-F238E27FC236}">
                    <a16:creationId xmlns:a16="http://schemas.microsoft.com/office/drawing/2014/main" id="{35025972-88AB-4E94-8F99-F1BEC7A966BD}"/>
                  </a:ext>
                </a:extLst>
              </p:cNvPr>
              <p:cNvCxnSpPr>
                <a:cxnSpLocks/>
              </p:cNvCxnSpPr>
              <p:nvPr/>
            </p:nvCxnSpPr>
            <p:spPr>
              <a:xfrm>
                <a:off x="1804687" y="2116905"/>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10" name="íṧļïḋè">
                <a:extLst>
                  <a:ext uri="{FF2B5EF4-FFF2-40B4-BE49-F238E27FC236}">
                    <a16:creationId xmlns:a16="http://schemas.microsoft.com/office/drawing/2014/main" id="{7FCBB8C5-67BB-4693-A90E-5D2F043C2419}"/>
                  </a:ext>
                </a:extLst>
              </p:cNvPr>
              <p:cNvCxnSpPr>
                <a:cxnSpLocks/>
              </p:cNvCxnSpPr>
              <p:nvPr/>
            </p:nvCxnSpPr>
            <p:spPr>
              <a:xfrm>
                <a:off x="6139180" y="2116905"/>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grpSp>
        <p:grpSp>
          <p:nvGrpSpPr>
            <p:cNvPr id="16" name="işḷîḑé">
              <a:extLst>
                <a:ext uri="{FF2B5EF4-FFF2-40B4-BE49-F238E27FC236}">
                  <a16:creationId xmlns:a16="http://schemas.microsoft.com/office/drawing/2014/main" id="{276CF866-8BB7-4662-87E2-BD55BEDBD347}"/>
                </a:ext>
              </a:extLst>
            </p:cNvPr>
            <p:cNvGrpSpPr/>
            <p:nvPr/>
          </p:nvGrpSpPr>
          <p:grpSpPr>
            <a:xfrm>
              <a:off x="3962400" y="3634754"/>
              <a:ext cx="4298867" cy="1342804"/>
              <a:chOff x="3962400" y="3634754"/>
              <a:chExt cx="4298867" cy="1802844"/>
            </a:xfrm>
          </p:grpSpPr>
          <p:cxnSp>
            <p:nvCxnSpPr>
              <p:cNvPr id="13" name="îşlîḓè">
                <a:extLst>
                  <a:ext uri="{FF2B5EF4-FFF2-40B4-BE49-F238E27FC236}">
                    <a16:creationId xmlns:a16="http://schemas.microsoft.com/office/drawing/2014/main" id="{1078BB8E-505F-4025-A440-FE82F2FF56FE}"/>
                  </a:ext>
                </a:extLst>
              </p:cNvPr>
              <p:cNvCxnSpPr>
                <a:cxnSpLocks/>
              </p:cNvCxnSpPr>
              <p:nvPr/>
            </p:nvCxnSpPr>
            <p:spPr>
              <a:xfrm flipV="1">
                <a:off x="8261267" y="3634754"/>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8" name="íṧlîḑe">
                <a:extLst>
                  <a:ext uri="{FF2B5EF4-FFF2-40B4-BE49-F238E27FC236}">
                    <a16:creationId xmlns:a16="http://schemas.microsoft.com/office/drawing/2014/main" id="{504B67C6-9CB8-413E-9EBC-1166360EA07A}"/>
                  </a:ext>
                </a:extLst>
              </p:cNvPr>
              <p:cNvCxnSpPr>
                <a:cxnSpLocks/>
              </p:cNvCxnSpPr>
              <p:nvPr/>
            </p:nvCxnSpPr>
            <p:spPr>
              <a:xfrm flipV="1">
                <a:off x="3962400" y="3634754"/>
                <a:ext cx="0" cy="1802844"/>
              </a:xfrm>
              <a:prstGeom prst="line">
                <a:avLst/>
              </a:prstGeom>
              <a:ln w="76200" cap="rnd">
                <a:gradFill>
                  <a:gsLst>
                    <a:gs pos="100000">
                      <a:schemeClr val="tx1">
                        <a:lumMod val="50000"/>
                        <a:lumOff val="50000"/>
                        <a:alpha val="0"/>
                      </a:schemeClr>
                    </a:gs>
                    <a:gs pos="20000">
                      <a:schemeClr val="tx1">
                        <a:lumMod val="50000"/>
                        <a:lumOff val="50000"/>
                        <a:alpha val="30000"/>
                      </a:schemeClr>
                    </a:gs>
                  </a:gsLst>
                  <a:lin ang="12000000" scaled="0"/>
                </a:gradFill>
                <a:round/>
              </a:ln>
            </p:spPr>
            <p:style>
              <a:lnRef idx="1">
                <a:schemeClr val="accent1"/>
              </a:lnRef>
              <a:fillRef idx="0">
                <a:schemeClr val="accent1"/>
              </a:fillRef>
              <a:effectRef idx="0">
                <a:schemeClr val="accent1"/>
              </a:effectRef>
              <a:fontRef idx="minor">
                <a:schemeClr val="tx1"/>
              </a:fontRef>
            </p:style>
          </p:cxnSp>
        </p:grpSp>
        <p:sp>
          <p:nvSpPr>
            <p:cNvPr id="2" name="išḷiḓê">
              <a:extLst>
                <a:ext uri="{FF2B5EF4-FFF2-40B4-BE49-F238E27FC236}">
                  <a16:creationId xmlns:a16="http://schemas.microsoft.com/office/drawing/2014/main" id="{DF7B55A6-0EB3-44BB-A3FA-53FDCC5E1E73}"/>
                </a:ext>
              </a:extLst>
            </p:cNvPr>
            <p:cNvSpPr/>
            <p:nvPr/>
          </p:nvSpPr>
          <p:spPr>
            <a:xfrm>
              <a:off x="1116348" y="3919749"/>
              <a:ext cx="1329561" cy="411508"/>
            </a:xfrm>
            <a:prstGeom prst="roundRect">
              <a:avLst/>
            </a:prstGeom>
            <a:solidFill>
              <a:schemeClr val="accent2"/>
            </a:soli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1600" b="1" dirty="0">
                  <a:solidFill>
                    <a:srgbClr val="FFFFFF"/>
                  </a:solidFill>
                </a:rPr>
                <a:t>输入文本</a:t>
              </a:r>
            </a:p>
          </p:txBody>
        </p:sp>
        <p:sp>
          <p:nvSpPr>
            <p:cNvPr id="3" name="iŝļïḋe">
              <a:extLst>
                <a:ext uri="{FF2B5EF4-FFF2-40B4-BE49-F238E27FC236}">
                  <a16:creationId xmlns:a16="http://schemas.microsoft.com/office/drawing/2014/main" id="{0B41E392-F958-489B-9FFE-3609563C4CE8}"/>
                </a:ext>
              </a:extLst>
            </p:cNvPr>
            <p:cNvSpPr/>
            <p:nvPr/>
          </p:nvSpPr>
          <p:spPr>
            <a:xfrm>
              <a:off x="3280089" y="3223246"/>
              <a:ext cx="1329561" cy="411508"/>
            </a:xfrm>
            <a:prstGeom prst="roundRect">
              <a:avLst/>
            </a:prstGeom>
            <a:solidFill>
              <a:schemeClr val="accent1"/>
            </a:solidFill>
            <a:ln w="57150" cap="rnd">
              <a:noFill/>
              <a:prstDash val="solid"/>
              <a:round/>
            </a:ln>
            <a:effectLst>
              <a:outerShdw blurRad="50800" dist="50800" dir="5400000" algn="ctr"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1600" b="1" dirty="0">
                  <a:solidFill>
                    <a:srgbClr val="FFFFFF"/>
                  </a:solidFill>
                </a:rPr>
                <a:t>输入文本</a:t>
              </a:r>
            </a:p>
          </p:txBody>
        </p:sp>
        <p:sp>
          <p:nvSpPr>
            <p:cNvPr id="4" name="îṩḷîďé">
              <a:extLst>
                <a:ext uri="{FF2B5EF4-FFF2-40B4-BE49-F238E27FC236}">
                  <a16:creationId xmlns:a16="http://schemas.microsoft.com/office/drawing/2014/main" id="{465002EB-E350-45AA-B59F-31996F4A6B9B}"/>
                </a:ext>
              </a:extLst>
            </p:cNvPr>
            <p:cNvSpPr/>
            <p:nvPr/>
          </p:nvSpPr>
          <p:spPr>
            <a:xfrm>
              <a:off x="5443830" y="3919749"/>
              <a:ext cx="1329561" cy="411508"/>
            </a:xfrm>
            <a:prstGeom prst="roundRect">
              <a:avLst/>
            </a:prstGeom>
            <a:solidFill>
              <a:schemeClr val="accent2"/>
            </a:solidFill>
            <a:ln w="57150" cap="rnd">
              <a:noFill/>
              <a:prstDash val="solid"/>
              <a:round/>
            </a:ln>
            <a:effectLst>
              <a:outerShdw blurRad="50800" dist="50800" dir="5400000" algn="ctr"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1600" b="1" dirty="0">
                  <a:solidFill>
                    <a:srgbClr val="FFFFFF"/>
                  </a:solidFill>
                </a:rPr>
                <a:t>输入文本</a:t>
              </a:r>
            </a:p>
          </p:txBody>
        </p:sp>
        <p:sp>
          <p:nvSpPr>
            <p:cNvPr id="6" name="îşḷïḑê">
              <a:extLst>
                <a:ext uri="{FF2B5EF4-FFF2-40B4-BE49-F238E27FC236}">
                  <a16:creationId xmlns:a16="http://schemas.microsoft.com/office/drawing/2014/main" id="{D5EB4874-AD8D-4D9B-92EE-4471C7D8822C}"/>
                </a:ext>
              </a:extLst>
            </p:cNvPr>
            <p:cNvSpPr/>
            <p:nvPr/>
          </p:nvSpPr>
          <p:spPr>
            <a:xfrm>
              <a:off x="7607571" y="3223246"/>
              <a:ext cx="1329561" cy="411508"/>
            </a:xfrm>
            <a:prstGeom prst="roundRect">
              <a:avLst/>
            </a:prstGeom>
            <a:solidFill>
              <a:schemeClr val="accent1"/>
            </a:soli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1600" b="1" dirty="0">
                  <a:solidFill>
                    <a:srgbClr val="FFFFFF"/>
                  </a:solidFill>
                </a:rPr>
                <a:t>输入文本</a:t>
              </a:r>
            </a:p>
          </p:txBody>
        </p:sp>
        <p:sp>
          <p:nvSpPr>
            <p:cNvPr id="7" name="ïšḷîḑê">
              <a:extLst>
                <a:ext uri="{FF2B5EF4-FFF2-40B4-BE49-F238E27FC236}">
                  <a16:creationId xmlns:a16="http://schemas.microsoft.com/office/drawing/2014/main" id="{A2E1F3D1-D797-42D0-B640-F99B593A6D79}"/>
                </a:ext>
              </a:extLst>
            </p:cNvPr>
            <p:cNvSpPr/>
            <p:nvPr/>
          </p:nvSpPr>
          <p:spPr>
            <a:xfrm>
              <a:off x="9771312" y="3919749"/>
              <a:ext cx="1329561" cy="411508"/>
            </a:xfrm>
            <a:prstGeom prst="roundRect">
              <a:avLst/>
            </a:prstGeom>
            <a:solidFill>
              <a:schemeClr val="accent2"/>
            </a:solidFill>
            <a:ln w="57150" cap="rnd">
              <a:noFill/>
              <a:prstDash val="solid"/>
              <a:round/>
            </a:ln>
            <a:effectLst>
              <a:outerShdw blurRad="50800" dist="50800" dir="5400000" algn="ctr"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1600" b="1" dirty="0">
                  <a:solidFill>
                    <a:srgbClr val="FFFFFF"/>
                  </a:solidFill>
                </a:rPr>
                <a:t>输入文本</a:t>
              </a:r>
            </a:p>
          </p:txBody>
        </p:sp>
        <p:sp>
          <p:nvSpPr>
            <p:cNvPr id="18" name="ïṧ1iďe">
              <a:extLst>
                <a:ext uri="{FF2B5EF4-FFF2-40B4-BE49-F238E27FC236}">
                  <a16:creationId xmlns:a16="http://schemas.microsoft.com/office/drawing/2014/main" id="{43E6592B-14EF-4E17-8E28-C6EB654C6121}"/>
                </a:ext>
              </a:extLst>
            </p:cNvPr>
            <p:cNvSpPr txBox="1"/>
            <p:nvPr/>
          </p:nvSpPr>
          <p:spPr>
            <a:xfrm>
              <a:off x="985465" y="1652172"/>
              <a:ext cx="1638444" cy="1131079"/>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lang="zh-CN" altLang="en-US"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dirty="0">
                <a:solidFill>
                  <a:schemeClr val="tx1">
                    <a:lumMod val="50000"/>
                    <a:lumOff val="50000"/>
                  </a:schemeClr>
                </a:solidFill>
                <a:sym typeface="+mn-lt"/>
              </a:endParaRPr>
            </a:p>
          </p:txBody>
        </p:sp>
        <p:sp>
          <p:nvSpPr>
            <p:cNvPr id="19" name="îṥlíḓê">
              <a:extLst>
                <a:ext uri="{FF2B5EF4-FFF2-40B4-BE49-F238E27FC236}">
                  <a16:creationId xmlns:a16="http://schemas.microsoft.com/office/drawing/2014/main" id="{F6420FAE-6B42-4871-92E4-2F4C7900E5AE}"/>
                </a:ext>
              </a:extLst>
            </p:cNvPr>
            <p:cNvSpPr txBox="1"/>
            <p:nvPr/>
          </p:nvSpPr>
          <p:spPr>
            <a:xfrm>
              <a:off x="3143178" y="4850357"/>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lang="zh-CN" altLang="en-US"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dirty="0">
                <a:solidFill>
                  <a:schemeClr val="tx1">
                    <a:lumMod val="50000"/>
                    <a:lumOff val="50000"/>
                  </a:schemeClr>
                </a:solidFill>
                <a:sym typeface="+mn-lt"/>
              </a:endParaRPr>
            </a:p>
          </p:txBody>
        </p:sp>
        <p:sp>
          <p:nvSpPr>
            <p:cNvPr id="22" name="ïṣḻiḋe">
              <a:extLst>
                <a:ext uri="{FF2B5EF4-FFF2-40B4-BE49-F238E27FC236}">
                  <a16:creationId xmlns:a16="http://schemas.microsoft.com/office/drawing/2014/main" id="{75A36828-DC75-4568-8292-3E344AAD68D1}"/>
                </a:ext>
              </a:extLst>
            </p:cNvPr>
            <p:cNvSpPr txBox="1"/>
            <p:nvPr/>
          </p:nvSpPr>
          <p:spPr>
            <a:xfrm>
              <a:off x="7453129" y="4850357"/>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lang="zh-CN" altLang="en-US"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dirty="0">
                <a:solidFill>
                  <a:schemeClr val="tx1">
                    <a:lumMod val="50000"/>
                    <a:lumOff val="50000"/>
                  </a:schemeClr>
                </a:solidFill>
                <a:sym typeface="+mn-lt"/>
              </a:endParaRPr>
            </a:p>
          </p:txBody>
        </p:sp>
        <p:sp>
          <p:nvSpPr>
            <p:cNvPr id="23" name="îsľîďê">
              <a:extLst>
                <a:ext uri="{FF2B5EF4-FFF2-40B4-BE49-F238E27FC236}">
                  <a16:creationId xmlns:a16="http://schemas.microsoft.com/office/drawing/2014/main" id="{7A121E5F-3364-4FA8-A094-AB0DB265EADF}"/>
                </a:ext>
              </a:extLst>
            </p:cNvPr>
            <p:cNvSpPr txBox="1"/>
            <p:nvPr/>
          </p:nvSpPr>
          <p:spPr>
            <a:xfrm>
              <a:off x="5319958" y="1652172"/>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lang="zh-CN" altLang="en-US"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dirty="0">
                <a:solidFill>
                  <a:schemeClr val="tx1">
                    <a:lumMod val="50000"/>
                    <a:lumOff val="50000"/>
                  </a:schemeClr>
                </a:solidFill>
                <a:sym typeface="+mn-lt"/>
              </a:endParaRPr>
            </a:p>
          </p:txBody>
        </p:sp>
        <p:sp>
          <p:nvSpPr>
            <p:cNvPr id="24" name="îśļíde">
              <a:extLst>
                <a:ext uri="{FF2B5EF4-FFF2-40B4-BE49-F238E27FC236}">
                  <a16:creationId xmlns:a16="http://schemas.microsoft.com/office/drawing/2014/main" id="{CF2B21E6-BEEB-4876-AACC-747B943EF73F}"/>
                </a:ext>
              </a:extLst>
            </p:cNvPr>
            <p:cNvSpPr txBox="1"/>
            <p:nvPr/>
          </p:nvSpPr>
          <p:spPr>
            <a:xfrm>
              <a:off x="9654452" y="1652172"/>
              <a:ext cx="1638444" cy="1108958"/>
            </a:xfrm>
            <a:prstGeom prst="rect">
              <a:avLst/>
            </a:prstGeom>
            <a:noFill/>
          </p:spPr>
          <p:txBody>
            <a:bodyPr wrap="square" rtlCol="0">
              <a:spAutoFit/>
            </a:bodyPr>
            <a:lstStyle>
              <a:defPPr>
                <a:defRPr lang="zh-CN"/>
              </a:defPPr>
              <a:lvl1pPr>
                <a:lnSpc>
                  <a:spcPts val="1500"/>
                </a:lnSpc>
                <a:defRPr sz="900"/>
              </a:lvl1pPr>
            </a:lstStyle>
            <a:p>
              <a:pPr algn="ctr">
                <a:lnSpc>
                  <a:spcPct val="150000"/>
                </a:lnSpc>
              </a:pPr>
              <a:r>
                <a:rPr lang="zh-CN" altLang="en-US"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dirty="0">
                <a:solidFill>
                  <a:schemeClr val="tx1">
                    <a:lumMod val="50000"/>
                    <a:lumOff val="50000"/>
                  </a:schemeClr>
                </a:solidFill>
                <a:sym typeface="+mn-lt"/>
              </a:endParaRPr>
            </a:p>
          </p:txBody>
        </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6"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27"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8" name="椭圆 27">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42294168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î$1iďe"/>
        <p:cNvGrpSpPr/>
        <p:nvPr/>
      </p:nvGrpSpPr>
      <p:grpSpPr>
        <a:xfrm>
          <a:off x="0" y="0"/>
          <a:ext cx="0" cy="0"/>
          <a:chOff x="0" y="0"/>
          <a:chExt cx="0" cy="0"/>
        </a:xfrm>
      </p:grpSpPr>
      <p:grpSp>
        <p:nvGrpSpPr>
          <p:cNvPr id="2" name="iṡ1ïḋé"/>
          <p:cNvGrpSpPr/>
          <p:nvPr/>
        </p:nvGrpSpPr>
        <p:grpSpPr>
          <a:xfrm>
            <a:off x="1181100" y="0"/>
            <a:ext cx="11010900" cy="6858000"/>
            <a:chOff x="1181100" y="0"/>
            <a:chExt cx="11010900" cy="6858000"/>
          </a:xfrm>
        </p:grpSpPr>
        <p:cxnSp>
          <p:nvCxnSpPr>
            <p:cNvPr id="3" name="îṡļîḑé">
              <a:extLst>
                <a:ext uri="{FF2B5EF4-FFF2-40B4-BE49-F238E27FC236}">
                  <a16:creationId xmlns:a16="http://schemas.microsoft.com/office/drawing/2014/main" id="{C65ED42E-B8E9-4719-AFE5-E6B008C82440}"/>
                </a:ext>
              </a:extLst>
            </p:cNvPr>
            <p:cNvCxnSpPr>
              <a:cxnSpLocks/>
            </p:cNvCxnSpPr>
            <p:nvPr/>
          </p:nvCxnSpPr>
          <p:spPr>
            <a:xfrm>
              <a:off x="1181100" y="0"/>
              <a:ext cx="0" cy="6858000"/>
            </a:xfrm>
            <a:prstGeom prst="line">
              <a:avLst/>
            </a:prstGeom>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grpSp>
          <p:nvGrpSpPr>
            <p:cNvPr id="17" name="îṥliḑê">
              <a:extLst>
                <a:ext uri="{FF2B5EF4-FFF2-40B4-BE49-F238E27FC236}">
                  <a16:creationId xmlns:a16="http://schemas.microsoft.com/office/drawing/2014/main" id="{9F8A4993-EF13-4F92-B7FD-580A18728D98}"/>
                </a:ext>
              </a:extLst>
            </p:cNvPr>
            <p:cNvGrpSpPr/>
            <p:nvPr/>
          </p:nvGrpSpPr>
          <p:grpSpPr>
            <a:xfrm>
              <a:off x="1181100" y="1224401"/>
              <a:ext cx="4943007" cy="899819"/>
              <a:chOff x="1181100" y="1612265"/>
              <a:chExt cx="4943007" cy="899819"/>
            </a:xfrm>
          </p:grpSpPr>
          <p:cxnSp>
            <p:nvCxnSpPr>
              <p:cNvPr id="6" name="îşļîdé">
                <a:extLst>
                  <a:ext uri="{FF2B5EF4-FFF2-40B4-BE49-F238E27FC236}">
                    <a16:creationId xmlns:a16="http://schemas.microsoft.com/office/drawing/2014/main" id="{70BE487F-69F7-411A-8CD1-2AAAF728B5BD}"/>
                  </a:ext>
                </a:extLst>
              </p:cNvPr>
              <p:cNvCxnSpPr>
                <a:cxnSpLocks/>
              </p:cNvCxnSpPr>
              <p:nvPr/>
            </p:nvCxnSpPr>
            <p:spPr>
              <a:xfrm>
                <a:off x="1181100" y="1638985"/>
                <a:ext cx="0" cy="285115"/>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8" name="ïṡḷïḓê">
                <a:extLst>
                  <a:ext uri="{FF2B5EF4-FFF2-40B4-BE49-F238E27FC236}">
                    <a16:creationId xmlns:a16="http://schemas.microsoft.com/office/drawing/2014/main" id="{BDC6D973-E47D-4A86-8ACC-96B68CF697E0}"/>
                  </a:ext>
                </a:extLst>
              </p:cNvPr>
              <p:cNvSpPr txBox="1"/>
              <p:nvPr/>
            </p:nvSpPr>
            <p:spPr>
              <a:xfrm>
                <a:off x="1342571" y="1612265"/>
                <a:ext cx="4781536" cy="338554"/>
              </a:xfrm>
              <a:prstGeom prst="rect">
                <a:avLst/>
              </a:prstGeom>
              <a:noFill/>
            </p:spPr>
            <p:txBody>
              <a:bodyPr wrap="square" rtlCol="0">
                <a:spAutoFit/>
              </a:bodyPr>
              <a:lstStyle/>
              <a:p>
                <a:r>
                  <a:rPr lang="zh-CN" altLang="en-US" sz="1600" b="1" dirty="0">
                    <a:solidFill>
                      <a:schemeClr val="tx1">
                        <a:lumMod val="75000"/>
                        <a:lumOff val="25000"/>
                      </a:schemeClr>
                    </a:solidFill>
                  </a:rPr>
                  <a:t>输入文本</a:t>
                </a:r>
                <a:endParaRPr lang="en-US" altLang="zh-CN" sz="1600" b="1" dirty="0">
                  <a:solidFill>
                    <a:schemeClr val="tx1">
                      <a:lumMod val="75000"/>
                      <a:lumOff val="25000"/>
                    </a:schemeClr>
                  </a:solidFill>
                </a:endParaRPr>
              </a:p>
            </p:txBody>
          </p:sp>
          <p:sp>
            <p:nvSpPr>
              <p:cNvPr id="9" name="íSļidè">
                <a:extLst>
                  <a:ext uri="{FF2B5EF4-FFF2-40B4-BE49-F238E27FC236}">
                    <a16:creationId xmlns:a16="http://schemas.microsoft.com/office/drawing/2014/main" id="{887C4789-94FB-4554-B0EE-DDDC4DAA0664}"/>
                  </a:ext>
                </a:extLst>
              </p:cNvPr>
              <p:cNvSpPr txBox="1"/>
              <p:nvPr/>
            </p:nvSpPr>
            <p:spPr>
              <a:xfrm>
                <a:off x="1342571" y="1982708"/>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000"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sz="1000" dirty="0">
                  <a:solidFill>
                    <a:schemeClr val="tx1">
                      <a:lumMod val="50000"/>
                      <a:lumOff val="50000"/>
                    </a:schemeClr>
                  </a:solidFill>
                  <a:sym typeface="+mn-lt"/>
                </a:endParaRPr>
              </a:p>
            </p:txBody>
          </p:sp>
        </p:grpSp>
        <p:sp>
          <p:nvSpPr>
            <p:cNvPr id="10" name="îŝļïdè">
              <a:extLst>
                <a:ext uri="{FF2B5EF4-FFF2-40B4-BE49-F238E27FC236}">
                  <a16:creationId xmlns:a16="http://schemas.microsoft.com/office/drawing/2014/main" id="{0C8AB15F-925D-47CD-AA4F-1220EC741179}"/>
                </a:ext>
              </a:extLst>
            </p:cNvPr>
            <p:cNvSpPr/>
            <p:nvPr/>
          </p:nvSpPr>
          <p:spPr>
            <a:xfrm>
              <a:off x="7410450" y="0"/>
              <a:ext cx="4781550" cy="6858000"/>
            </a:xfrm>
            <a:prstGeom prst="rect">
              <a:avLst/>
            </a:prstGeom>
            <a:blipFill>
              <a:blip r:embed="rId4" cstate="email">
                <a:extLst>
                  <a:ext uri="{28A0092B-C50C-407E-A947-70E740481C1C}">
                    <a14:useLocalDpi xmlns:a14="http://schemas.microsoft.com/office/drawing/2010/main"/>
                  </a:ext>
                </a:extLst>
              </a:blip>
              <a:stretch>
                <a:fillRect/>
              </a:stretch>
            </a:blipFill>
            <a:ln w="762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dirty="0">
                <a:solidFill>
                  <a:schemeClr val="tx1">
                    <a:lumMod val="75000"/>
                    <a:lumOff val="25000"/>
                  </a:schemeClr>
                </a:solidFill>
              </a:endParaRPr>
            </a:p>
          </p:txBody>
        </p:sp>
        <p:grpSp>
          <p:nvGrpSpPr>
            <p:cNvPr id="18" name="ïsľiḑe">
              <a:extLst>
                <a:ext uri="{FF2B5EF4-FFF2-40B4-BE49-F238E27FC236}">
                  <a16:creationId xmlns:a16="http://schemas.microsoft.com/office/drawing/2014/main" id="{69159B42-7D31-4A37-8936-83D6D339DEFE}"/>
                </a:ext>
              </a:extLst>
            </p:cNvPr>
            <p:cNvGrpSpPr/>
            <p:nvPr/>
          </p:nvGrpSpPr>
          <p:grpSpPr>
            <a:xfrm>
              <a:off x="1181100" y="2535909"/>
              <a:ext cx="4943007" cy="899819"/>
              <a:chOff x="1181100" y="3058557"/>
              <a:chExt cx="4943007" cy="899819"/>
            </a:xfrm>
          </p:grpSpPr>
          <p:cxnSp>
            <p:nvCxnSpPr>
              <p:cNvPr id="11" name="ïşľiḓe">
                <a:extLst>
                  <a:ext uri="{FF2B5EF4-FFF2-40B4-BE49-F238E27FC236}">
                    <a16:creationId xmlns:a16="http://schemas.microsoft.com/office/drawing/2014/main" id="{AD7DFE5E-EDC9-472A-9F7E-D73E15624542}"/>
                  </a:ext>
                </a:extLst>
              </p:cNvPr>
              <p:cNvCxnSpPr>
                <a:cxnSpLocks/>
              </p:cNvCxnSpPr>
              <p:nvPr/>
            </p:nvCxnSpPr>
            <p:spPr>
              <a:xfrm>
                <a:off x="1181100" y="3085277"/>
                <a:ext cx="0" cy="285115"/>
              </a:xfrm>
              <a:prstGeom prst="line">
                <a:avLst/>
              </a:prstGeom>
              <a:ln w="508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ïṧlîḓè">
                <a:extLst>
                  <a:ext uri="{FF2B5EF4-FFF2-40B4-BE49-F238E27FC236}">
                    <a16:creationId xmlns:a16="http://schemas.microsoft.com/office/drawing/2014/main" id="{31A31D3D-AA56-4521-B8D3-12A51FED8F39}"/>
                  </a:ext>
                </a:extLst>
              </p:cNvPr>
              <p:cNvSpPr txBox="1"/>
              <p:nvPr/>
            </p:nvSpPr>
            <p:spPr>
              <a:xfrm>
                <a:off x="1342571" y="3058557"/>
                <a:ext cx="4781536" cy="338554"/>
              </a:xfrm>
              <a:prstGeom prst="rect">
                <a:avLst/>
              </a:prstGeom>
              <a:noFill/>
            </p:spPr>
            <p:txBody>
              <a:bodyPr wrap="square" rtlCol="0">
                <a:spAutoFit/>
              </a:bodyPr>
              <a:lstStyle/>
              <a:p>
                <a:r>
                  <a:rPr lang="zh-CN" altLang="en-US" sz="1600" b="1" dirty="0">
                    <a:solidFill>
                      <a:schemeClr val="tx1">
                        <a:lumMod val="75000"/>
                        <a:lumOff val="25000"/>
                      </a:schemeClr>
                    </a:solidFill>
                  </a:rPr>
                  <a:t>输入文本</a:t>
                </a:r>
                <a:endParaRPr lang="en-US" altLang="zh-CN" sz="1600" b="1" dirty="0">
                  <a:solidFill>
                    <a:schemeClr val="tx1">
                      <a:lumMod val="75000"/>
                      <a:lumOff val="25000"/>
                    </a:schemeClr>
                  </a:solidFill>
                </a:endParaRPr>
              </a:p>
            </p:txBody>
          </p:sp>
          <p:sp>
            <p:nvSpPr>
              <p:cNvPr id="13" name="îsľïḍé">
                <a:extLst>
                  <a:ext uri="{FF2B5EF4-FFF2-40B4-BE49-F238E27FC236}">
                    <a16:creationId xmlns:a16="http://schemas.microsoft.com/office/drawing/2014/main" id="{0A700EAB-7C68-4CB0-AEE5-5E23BCAD53AA}"/>
                  </a:ext>
                </a:extLst>
              </p:cNvPr>
              <p:cNvSpPr txBox="1"/>
              <p:nvPr/>
            </p:nvSpPr>
            <p:spPr>
              <a:xfrm>
                <a:off x="1342571" y="3429000"/>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000"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sz="1000" dirty="0">
                  <a:solidFill>
                    <a:schemeClr val="tx1">
                      <a:lumMod val="50000"/>
                      <a:lumOff val="50000"/>
                    </a:schemeClr>
                  </a:solidFill>
                  <a:sym typeface="+mn-lt"/>
                </a:endParaRPr>
              </a:p>
            </p:txBody>
          </p:sp>
        </p:grpSp>
        <p:grpSp>
          <p:nvGrpSpPr>
            <p:cNvPr id="19" name="ïś1íḑê">
              <a:extLst>
                <a:ext uri="{FF2B5EF4-FFF2-40B4-BE49-F238E27FC236}">
                  <a16:creationId xmlns:a16="http://schemas.microsoft.com/office/drawing/2014/main" id="{819BE0B7-5CD6-4A25-B1E6-B26004EB7E73}"/>
                </a:ext>
              </a:extLst>
            </p:cNvPr>
            <p:cNvGrpSpPr/>
            <p:nvPr/>
          </p:nvGrpSpPr>
          <p:grpSpPr>
            <a:xfrm>
              <a:off x="1181100" y="3847417"/>
              <a:ext cx="4943007" cy="899819"/>
              <a:chOff x="1181100" y="4453371"/>
              <a:chExt cx="4943007" cy="899819"/>
            </a:xfrm>
          </p:grpSpPr>
          <p:cxnSp>
            <p:nvCxnSpPr>
              <p:cNvPr id="14" name="î$1idè">
                <a:extLst>
                  <a:ext uri="{FF2B5EF4-FFF2-40B4-BE49-F238E27FC236}">
                    <a16:creationId xmlns:a16="http://schemas.microsoft.com/office/drawing/2014/main" id="{E738D9DB-D635-4D56-AA01-00E41AD62B28}"/>
                  </a:ext>
                </a:extLst>
              </p:cNvPr>
              <p:cNvCxnSpPr>
                <a:cxnSpLocks/>
              </p:cNvCxnSpPr>
              <p:nvPr/>
            </p:nvCxnSpPr>
            <p:spPr>
              <a:xfrm>
                <a:off x="1181100" y="4480091"/>
                <a:ext cx="0" cy="285115"/>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5" name="íṧ1ide">
                <a:extLst>
                  <a:ext uri="{FF2B5EF4-FFF2-40B4-BE49-F238E27FC236}">
                    <a16:creationId xmlns:a16="http://schemas.microsoft.com/office/drawing/2014/main" id="{351FE739-5870-44AE-993E-BAF36414C6D0}"/>
                  </a:ext>
                </a:extLst>
              </p:cNvPr>
              <p:cNvSpPr txBox="1"/>
              <p:nvPr/>
            </p:nvSpPr>
            <p:spPr>
              <a:xfrm>
                <a:off x="1342571" y="4453371"/>
                <a:ext cx="4781536" cy="338554"/>
              </a:xfrm>
              <a:prstGeom prst="rect">
                <a:avLst/>
              </a:prstGeom>
              <a:noFill/>
            </p:spPr>
            <p:txBody>
              <a:bodyPr wrap="square" rtlCol="0">
                <a:spAutoFit/>
              </a:bodyPr>
              <a:lstStyle/>
              <a:p>
                <a:r>
                  <a:rPr lang="zh-CN" altLang="en-US" sz="1600" b="1" dirty="0">
                    <a:solidFill>
                      <a:schemeClr val="tx1">
                        <a:lumMod val="75000"/>
                        <a:lumOff val="25000"/>
                      </a:schemeClr>
                    </a:solidFill>
                  </a:rPr>
                  <a:t>输入文本</a:t>
                </a:r>
                <a:endParaRPr lang="en-US" altLang="zh-CN" sz="1600" b="1" dirty="0">
                  <a:solidFill>
                    <a:schemeClr val="tx1">
                      <a:lumMod val="75000"/>
                      <a:lumOff val="25000"/>
                    </a:schemeClr>
                  </a:solidFill>
                </a:endParaRPr>
              </a:p>
            </p:txBody>
          </p:sp>
          <p:sp>
            <p:nvSpPr>
              <p:cNvPr id="16" name="ïsḻíďê">
                <a:extLst>
                  <a:ext uri="{FF2B5EF4-FFF2-40B4-BE49-F238E27FC236}">
                    <a16:creationId xmlns:a16="http://schemas.microsoft.com/office/drawing/2014/main" id="{2170E77C-E50E-463F-A2B7-F2CA40FC3E6B}"/>
                  </a:ext>
                </a:extLst>
              </p:cNvPr>
              <p:cNvSpPr txBox="1"/>
              <p:nvPr/>
            </p:nvSpPr>
            <p:spPr>
              <a:xfrm>
                <a:off x="1342571" y="4823814"/>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000"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sz="1000" dirty="0">
                  <a:solidFill>
                    <a:schemeClr val="tx1">
                      <a:lumMod val="50000"/>
                      <a:lumOff val="50000"/>
                    </a:schemeClr>
                  </a:solidFill>
                  <a:sym typeface="+mn-lt"/>
                </a:endParaRPr>
              </a:p>
            </p:txBody>
          </p:sp>
        </p:grpSp>
        <p:grpSp>
          <p:nvGrpSpPr>
            <p:cNvPr id="20" name="îṥļíḓe">
              <a:extLst>
                <a:ext uri="{FF2B5EF4-FFF2-40B4-BE49-F238E27FC236}">
                  <a16:creationId xmlns:a16="http://schemas.microsoft.com/office/drawing/2014/main" id="{381E548A-4BD1-4AD8-85BB-679401E639FF}"/>
                </a:ext>
              </a:extLst>
            </p:cNvPr>
            <p:cNvGrpSpPr/>
            <p:nvPr/>
          </p:nvGrpSpPr>
          <p:grpSpPr>
            <a:xfrm>
              <a:off x="1181100" y="5158925"/>
              <a:ext cx="4943007" cy="899819"/>
              <a:chOff x="1181100" y="4453371"/>
              <a:chExt cx="4943007" cy="899819"/>
            </a:xfrm>
          </p:grpSpPr>
          <p:cxnSp>
            <p:nvCxnSpPr>
              <p:cNvPr id="21" name="išḷíḍê">
                <a:extLst>
                  <a:ext uri="{FF2B5EF4-FFF2-40B4-BE49-F238E27FC236}">
                    <a16:creationId xmlns:a16="http://schemas.microsoft.com/office/drawing/2014/main" id="{FEA232C9-9FFA-4206-A397-9DC1287B16EE}"/>
                  </a:ext>
                </a:extLst>
              </p:cNvPr>
              <p:cNvCxnSpPr>
                <a:cxnSpLocks/>
              </p:cNvCxnSpPr>
              <p:nvPr/>
            </p:nvCxnSpPr>
            <p:spPr>
              <a:xfrm>
                <a:off x="1181100" y="4480091"/>
                <a:ext cx="0" cy="285115"/>
              </a:xfrm>
              <a:prstGeom prst="line">
                <a:avLst/>
              </a:prstGeom>
              <a:ln w="508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îśľîḓé">
                <a:extLst>
                  <a:ext uri="{FF2B5EF4-FFF2-40B4-BE49-F238E27FC236}">
                    <a16:creationId xmlns:a16="http://schemas.microsoft.com/office/drawing/2014/main" id="{4325A800-FC1A-49A3-8FA5-FA65F16F81E7}"/>
                  </a:ext>
                </a:extLst>
              </p:cNvPr>
              <p:cNvSpPr txBox="1"/>
              <p:nvPr/>
            </p:nvSpPr>
            <p:spPr>
              <a:xfrm>
                <a:off x="1342571" y="4453371"/>
                <a:ext cx="4781536" cy="338554"/>
              </a:xfrm>
              <a:prstGeom prst="rect">
                <a:avLst/>
              </a:prstGeom>
              <a:noFill/>
            </p:spPr>
            <p:txBody>
              <a:bodyPr wrap="square" rtlCol="0">
                <a:spAutoFit/>
              </a:bodyPr>
              <a:lstStyle/>
              <a:p>
                <a:r>
                  <a:rPr lang="zh-CN" altLang="en-US" sz="1600" b="1" dirty="0">
                    <a:solidFill>
                      <a:schemeClr val="tx1">
                        <a:lumMod val="75000"/>
                        <a:lumOff val="25000"/>
                      </a:schemeClr>
                    </a:solidFill>
                  </a:rPr>
                  <a:t>输入文本</a:t>
                </a:r>
                <a:endParaRPr lang="en-US" altLang="zh-CN" sz="1600" b="1" dirty="0">
                  <a:solidFill>
                    <a:schemeClr val="tx1">
                      <a:lumMod val="75000"/>
                      <a:lumOff val="25000"/>
                    </a:schemeClr>
                  </a:solidFill>
                </a:endParaRPr>
              </a:p>
            </p:txBody>
          </p:sp>
          <p:sp>
            <p:nvSpPr>
              <p:cNvPr id="23" name="i$ľïḑè">
                <a:extLst>
                  <a:ext uri="{FF2B5EF4-FFF2-40B4-BE49-F238E27FC236}">
                    <a16:creationId xmlns:a16="http://schemas.microsoft.com/office/drawing/2014/main" id="{64F496D0-0166-4D0C-B61B-C1B970B2CFE1}"/>
                  </a:ext>
                </a:extLst>
              </p:cNvPr>
              <p:cNvSpPr txBox="1"/>
              <p:nvPr/>
            </p:nvSpPr>
            <p:spPr>
              <a:xfrm>
                <a:off x="1342571" y="4823814"/>
                <a:ext cx="4781535" cy="5293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000" dirty="0">
                    <a:solidFill>
                      <a:schemeClr val="tx1">
                        <a:lumMod val="50000"/>
                        <a:lumOff val="50000"/>
                      </a:schemeClr>
                    </a:solidFill>
                    <a:latin typeface="思源黑体 CN Normal" panose="020B0400000000000000" pitchFamily="34" charset="-122"/>
                    <a:ea typeface="思源黑体 CN Normal" panose="020B0400000000000000" pitchFamily="34" charset="-122"/>
                    <a:cs typeface="+mn-ea"/>
                    <a:sym typeface="+mn-lt"/>
                  </a:rPr>
                  <a:t>点击输入标题点击输入相关标题。点击输入标题。点击输入标题。点击输入标题点击输入相关标题。点击输入标题。点击输入标题。</a:t>
                </a:r>
                <a:endParaRPr lang="en-US" altLang="zh-CN" sz="1000" dirty="0">
                  <a:solidFill>
                    <a:schemeClr val="tx1">
                      <a:lumMod val="50000"/>
                      <a:lumOff val="50000"/>
                    </a:schemeClr>
                  </a:solidFill>
                  <a:sym typeface="+mn-lt"/>
                </a:endParaRPr>
              </a:p>
            </p:txBody>
          </p:sp>
        </p:gr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0"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31"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2" name="椭圆 31">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452465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588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36AACEBB-F15F-435E-847C-030BEDB402C3}"/>
              </a:ext>
            </a:extLst>
          </p:cNvPr>
          <p:cNvGrpSpPr>
            <a:grpSpLocks noChangeAspect="1"/>
          </p:cNvGrpSpPr>
          <p:nvPr/>
        </p:nvGrpSpPr>
        <p:grpSpPr>
          <a:xfrm>
            <a:off x="660400" y="1470374"/>
            <a:ext cx="10858501" cy="4323652"/>
            <a:chOff x="660400" y="1470374"/>
            <a:chExt cx="10858501" cy="4323652"/>
          </a:xfrm>
        </p:grpSpPr>
        <p:sp>
          <p:nvSpPr>
            <p:cNvPr id="6" name="îsḷíḍè">
              <a:extLst>
                <a:ext uri="{FF2B5EF4-FFF2-40B4-BE49-F238E27FC236}">
                  <a16:creationId xmlns:a16="http://schemas.microsoft.com/office/drawing/2014/main" id="{F8E07573-A8E5-42F7-B445-E2E8E3B47ABD}"/>
                </a:ext>
              </a:extLst>
            </p:cNvPr>
            <p:cNvSpPr/>
            <p:nvPr/>
          </p:nvSpPr>
          <p:spPr bwMode="auto">
            <a:xfrm>
              <a:off x="660400" y="2032075"/>
              <a:ext cx="2849598"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7" name="îšḻîḋê">
              <a:extLst>
                <a:ext uri="{FF2B5EF4-FFF2-40B4-BE49-F238E27FC236}">
                  <a16:creationId xmlns:a16="http://schemas.microsoft.com/office/drawing/2014/main" id="{F8E07573-A8E5-42F7-B445-E2E8E3B47ABD}"/>
                </a:ext>
              </a:extLst>
            </p:cNvPr>
            <p:cNvSpPr/>
            <p:nvPr/>
          </p:nvSpPr>
          <p:spPr bwMode="auto">
            <a:xfrm>
              <a:off x="674787" y="4839554"/>
              <a:ext cx="3465394"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8" name="îṩliďé">
              <a:extLst>
                <a:ext uri="{FF2B5EF4-FFF2-40B4-BE49-F238E27FC236}">
                  <a16:creationId xmlns:a16="http://schemas.microsoft.com/office/drawing/2014/main" id="{F8E07573-A8E5-42F7-B445-E2E8E3B47ABD}"/>
                </a:ext>
              </a:extLst>
            </p:cNvPr>
            <p:cNvSpPr/>
            <p:nvPr/>
          </p:nvSpPr>
          <p:spPr bwMode="auto">
            <a:xfrm>
              <a:off x="4757208" y="1470374"/>
              <a:ext cx="2664883"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100" dirty="0">
                  <a:solidFill>
                    <a:schemeClr val="tx1">
                      <a:lumMod val="75000"/>
                      <a:lumOff val="25000"/>
                    </a:schemeClr>
                  </a:solidFill>
                </a:rPr>
                <a:t>Copy paste fonts. Choose the only option to retain </a:t>
              </a:r>
              <a:r>
                <a:rPr lang="zh-CN" altLang="en-US" sz="1100" dirty="0">
                  <a:solidFill>
                    <a:schemeClr val="tx1">
                      <a:lumMod val="75000"/>
                      <a:lumOff val="25000"/>
                    </a:schemeClr>
                  </a:solidFill>
                </a:rPr>
                <a:t>文本</a:t>
              </a:r>
              <a:r>
                <a:rPr lang="en-US" altLang="zh-CN" sz="1100" dirty="0">
                  <a:solidFill>
                    <a:schemeClr val="tx1">
                      <a:lumMod val="75000"/>
                      <a:lumOff val="25000"/>
                    </a:schemeClr>
                  </a:solidFill>
                </a:rPr>
                <a:t>……</a:t>
              </a:r>
            </a:p>
          </p:txBody>
        </p:sp>
        <p:sp>
          <p:nvSpPr>
            <p:cNvPr id="9" name="íSļïḋê">
              <a:extLst>
                <a:ext uri="{FF2B5EF4-FFF2-40B4-BE49-F238E27FC236}">
                  <a16:creationId xmlns:a16="http://schemas.microsoft.com/office/drawing/2014/main" id="{F8E07573-A8E5-42F7-B445-E2E8E3B47ABD}"/>
                </a:ext>
              </a:extLst>
            </p:cNvPr>
            <p:cNvSpPr/>
            <p:nvPr/>
          </p:nvSpPr>
          <p:spPr bwMode="auto">
            <a:xfrm>
              <a:off x="4757208" y="5129516"/>
              <a:ext cx="2664883"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0" name="iṣlïḑê">
              <a:extLst>
                <a:ext uri="{FF2B5EF4-FFF2-40B4-BE49-F238E27FC236}">
                  <a16:creationId xmlns:a16="http://schemas.microsoft.com/office/drawing/2014/main" id="{F8E07573-A8E5-42F7-B445-E2E8E3B47ABD}"/>
                </a:ext>
              </a:extLst>
            </p:cNvPr>
            <p:cNvSpPr/>
            <p:nvPr/>
          </p:nvSpPr>
          <p:spPr bwMode="auto">
            <a:xfrm>
              <a:off x="8011223" y="1992009"/>
              <a:ext cx="3507678"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1" name="isḷîḓe">
              <a:extLst>
                <a:ext uri="{FF2B5EF4-FFF2-40B4-BE49-F238E27FC236}">
                  <a16:creationId xmlns:a16="http://schemas.microsoft.com/office/drawing/2014/main" id="{F8E07573-A8E5-42F7-B445-E2E8E3B47ABD}"/>
                </a:ext>
              </a:extLst>
            </p:cNvPr>
            <p:cNvSpPr/>
            <p:nvPr/>
          </p:nvSpPr>
          <p:spPr bwMode="auto">
            <a:xfrm>
              <a:off x="8910492" y="4534837"/>
              <a:ext cx="2608407" cy="6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2" name="íş1iḓé">
              <a:extLst>
                <a:ext uri="{FF2B5EF4-FFF2-40B4-BE49-F238E27FC236}">
                  <a16:creationId xmlns:a16="http://schemas.microsoft.com/office/drawing/2014/main" id="{BD449EB6-CD36-42E3-BE47-6295907FE35E}"/>
                </a:ext>
              </a:extLst>
            </p:cNvPr>
            <p:cNvSpPr/>
            <p:nvPr/>
          </p:nvSpPr>
          <p:spPr bwMode="auto">
            <a:xfrm>
              <a:off x="3276922" y="3045815"/>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5" y="1"/>
                  </a:moveTo>
                  <a:cubicBezTo>
                    <a:pt x="6251" y="-5"/>
                    <a:pt x="5853" y="101"/>
                    <a:pt x="5494" y="306"/>
                  </a:cubicBezTo>
                  <a:cubicBezTo>
                    <a:pt x="5116" y="522"/>
                    <a:pt x="4793" y="842"/>
                    <a:pt x="4559" y="1236"/>
                  </a:cubicBezTo>
                  <a:lnTo>
                    <a:pt x="257" y="9428"/>
                  </a:lnTo>
                  <a:cubicBezTo>
                    <a:pt x="94" y="9832"/>
                    <a:pt x="7" y="10271"/>
                    <a:pt x="1" y="10714"/>
                  </a:cubicBezTo>
                  <a:cubicBezTo>
                    <a:pt x="-6" y="11192"/>
                    <a:pt x="81" y="11664"/>
                    <a:pt x="257" y="12100"/>
                  </a:cubicBezTo>
                  <a:lnTo>
                    <a:pt x="4417" y="20185"/>
                  </a:lnTo>
                  <a:cubicBezTo>
                    <a:pt x="4636" y="20609"/>
                    <a:pt x="4952" y="20962"/>
                    <a:pt x="5332" y="21208"/>
                  </a:cubicBezTo>
                  <a:cubicBezTo>
                    <a:pt x="5696" y="21443"/>
                    <a:pt x="6108" y="21572"/>
                    <a:pt x="6529" y="21584"/>
                  </a:cubicBezTo>
                  <a:lnTo>
                    <a:pt x="14739" y="21584"/>
                  </a:lnTo>
                  <a:cubicBezTo>
                    <a:pt x="15238" y="21588"/>
                    <a:pt x="15728" y="21446"/>
                    <a:pt x="16162" y="21172"/>
                  </a:cubicBezTo>
                  <a:cubicBezTo>
                    <a:pt x="16544"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4" y="543"/>
                    <a:pt x="16118" y="322"/>
                  </a:cubicBezTo>
                  <a:cubicBezTo>
                    <a:pt x="15748" y="99"/>
                    <a:pt x="15331" y="-12"/>
                    <a:pt x="14910" y="1"/>
                  </a:cubicBezTo>
                  <a:lnTo>
                    <a:pt x="6655" y="1"/>
                  </a:lnTo>
                  <a:close/>
                  <a:moveTo>
                    <a:pt x="7548" y="2327"/>
                  </a:moveTo>
                  <a:lnTo>
                    <a:pt x="14024" y="2327"/>
                  </a:lnTo>
                  <a:cubicBezTo>
                    <a:pt x="14354" y="2317"/>
                    <a:pt x="14681" y="2404"/>
                    <a:pt x="14972" y="2579"/>
                  </a:cubicBezTo>
                  <a:cubicBezTo>
                    <a:pt x="15259" y="2752"/>
                    <a:pt x="15499" y="3005"/>
                    <a:pt x="15671" y="3313"/>
                  </a:cubicBezTo>
                  <a:lnTo>
                    <a:pt x="18979" y="9638"/>
                  </a:lnTo>
                  <a:cubicBezTo>
                    <a:pt x="19166" y="9991"/>
                    <a:pt x="19266" y="10395"/>
                    <a:pt x="19266" y="10804"/>
                  </a:cubicBezTo>
                  <a:cubicBezTo>
                    <a:pt x="19267" y="11217"/>
                    <a:pt x="19167" y="11622"/>
                    <a:pt x="18979" y="11977"/>
                  </a:cubicBezTo>
                  <a:lnTo>
                    <a:pt x="15753" y="18159"/>
                  </a:lnTo>
                  <a:cubicBezTo>
                    <a:pt x="15561"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3" y="3295"/>
                  </a:lnTo>
                  <a:cubicBezTo>
                    <a:pt x="6087"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3" name="ïsliḋè">
              <a:extLst>
                <a:ext uri="{FF2B5EF4-FFF2-40B4-BE49-F238E27FC236}">
                  <a16:creationId xmlns:a16="http://schemas.microsoft.com/office/drawing/2014/main" id="{7A20C0E7-7DCE-4AB9-865E-49E817C227F4}"/>
                </a:ext>
              </a:extLst>
            </p:cNvPr>
            <p:cNvSpPr/>
            <p:nvPr/>
          </p:nvSpPr>
          <p:spPr bwMode="auto">
            <a:xfrm>
              <a:off x="4358496" y="2401989"/>
              <a:ext cx="1311145"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3" y="-12"/>
                    <a:pt x="14912"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6"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5" y="3295"/>
                  </a:lnTo>
                  <a:cubicBezTo>
                    <a:pt x="6089" y="2986"/>
                    <a:pt x="6342" y="2735"/>
                    <a:pt x="6639" y="2565"/>
                  </a:cubicBezTo>
                  <a:cubicBezTo>
                    <a:pt x="6920" y="2405"/>
                    <a:pt x="7232" y="2323"/>
                    <a:pt x="7548" y="2327"/>
                  </a:cubicBezTo>
                  <a:close/>
                </a:path>
              </a:pathLst>
            </a:custGeom>
            <a:solidFill>
              <a:schemeClr val="accent2"/>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4" name="îṩḻîḓé">
              <a:extLst>
                <a:ext uri="{FF2B5EF4-FFF2-40B4-BE49-F238E27FC236}">
                  <a16:creationId xmlns:a16="http://schemas.microsoft.com/office/drawing/2014/main" id="{71640B4D-2073-4AD8-95B7-AABF36C72241}"/>
                </a:ext>
              </a:extLst>
            </p:cNvPr>
            <p:cNvSpPr/>
            <p:nvPr/>
          </p:nvSpPr>
          <p:spPr bwMode="auto">
            <a:xfrm>
              <a:off x="5439707" y="3045815"/>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3" y="-12"/>
                    <a:pt x="14912"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6"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5" y="3295"/>
                  </a:lnTo>
                  <a:cubicBezTo>
                    <a:pt x="6089"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5" name="ïŝḻïḋê">
              <a:extLst>
                <a:ext uri="{FF2B5EF4-FFF2-40B4-BE49-F238E27FC236}">
                  <a16:creationId xmlns:a16="http://schemas.microsoft.com/office/drawing/2014/main" id="{F5FD3AEA-39BB-455E-B21B-BB51118D3D7E}"/>
                </a:ext>
              </a:extLst>
            </p:cNvPr>
            <p:cNvSpPr/>
            <p:nvPr/>
          </p:nvSpPr>
          <p:spPr bwMode="auto">
            <a:xfrm>
              <a:off x="6518139" y="2401989"/>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3" y="-12"/>
                    <a:pt x="14912"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5"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1" y="11477"/>
                    <a:pt x="2323" y="11105"/>
                    <a:pt x="2328" y="10730"/>
                  </a:cubicBezTo>
                  <a:cubicBezTo>
                    <a:pt x="2333" y="10382"/>
                    <a:pt x="2402" y="10040"/>
                    <a:pt x="2530" y="9723"/>
                  </a:cubicBezTo>
                  <a:lnTo>
                    <a:pt x="5905" y="3295"/>
                  </a:lnTo>
                  <a:cubicBezTo>
                    <a:pt x="6089"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6" name="išliḍe">
              <a:extLst>
                <a:ext uri="{FF2B5EF4-FFF2-40B4-BE49-F238E27FC236}">
                  <a16:creationId xmlns:a16="http://schemas.microsoft.com/office/drawing/2014/main" id="{D93054A1-C6C4-4189-A4E2-CE5152B1D79E}"/>
                </a:ext>
              </a:extLst>
            </p:cNvPr>
            <p:cNvSpPr/>
            <p:nvPr/>
          </p:nvSpPr>
          <p:spPr bwMode="auto">
            <a:xfrm>
              <a:off x="7599347" y="3045815"/>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7" y="1"/>
                  </a:moveTo>
                  <a:cubicBezTo>
                    <a:pt x="6253" y="-5"/>
                    <a:pt x="5853" y="101"/>
                    <a:pt x="5494" y="306"/>
                  </a:cubicBezTo>
                  <a:cubicBezTo>
                    <a:pt x="5116" y="522"/>
                    <a:pt x="4795" y="842"/>
                    <a:pt x="4561" y="1236"/>
                  </a:cubicBezTo>
                  <a:lnTo>
                    <a:pt x="259" y="9428"/>
                  </a:lnTo>
                  <a:cubicBezTo>
                    <a:pt x="96" y="9832"/>
                    <a:pt x="7" y="10271"/>
                    <a:pt x="1" y="10714"/>
                  </a:cubicBezTo>
                  <a:cubicBezTo>
                    <a:pt x="-6" y="11192"/>
                    <a:pt x="83" y="11664"/>
                    <a:pt x="259" y="12100"/>
                  </a:cubicBezTo>
                  <a:lnTo>
                    <a:pt x="4419" y="20185"/>
                  </a:lnTo>
                  <a:cubicBezTo>
                    <a:pt x="4638" y="20609"/>
                    <a:pt x="4953" y="20962"/>
                    <a:pt x="5334" y="21208"/>
                  </a:cubicBezTo>
                  <a:cubicBezTo>
                    <a:pt x="5698" y="21443"/>
                    <a:pt x="6110" y="21572"/>
                    <a:pt x="6531" y="21584"/>
                  </a:cubicBezTo>
                  <a:lnTo>
                    <a:pt x="14739" y="21584"/>
                  </a:lnTo>
                  <a:cubicBezTo>
                    <a:pt x="15238" y="21588"/>
                    <a:pt x="15730" y="21446"/>
                    <a:pt x="16164" y="21172"/>
                  </a:cubicBezTo>
                  <a:cubicBezTo>
                    <a:pt x="16546" y="20929"/>
                    <a:pt x="16872" y="20591"/>
                    <a:pt x="17115" y="20183"/>
                  </a:cubicBezTo>
                  <a:lnTo>
                    <a:pt x="21228" y="12302"/>
                  </a:lnTo>
                  <a:cubicBezTo>
                    <a:pt x="21468" y="11849"/>
                    <a:pt x="21594" y="11332"/>
                    <a:pt x="21593" y="10807"/>
                  </a:cubicBezTo>
                  <a:cubicBezTo>
                    <a:pt x="21593" y="10284"/>
                    <a:pt x="21467" y="9771"/>
                    <a:pt x="21228" y="9321"/>
                  </a:cubicBezTo>
                  <a:lnTo>
                    <a:pt x="17012" y="1258"/>
                  </a:lnTo>
                  <a:cubicBezTo>
                    <a:pt x="16793" y="865"/>
                    <a:pt x="16486" y="543"/>
                    <a:pt x="16120" y="322"/>
                  </a:cubicBezTo>
                  <a:cubicBezTo>
                    <a:pt x="15750" y="99"/>
                    <a:pt x="15331" y="-12"/>
                    <a:pt x="14910" y="1"/>
                  </a:cubicBezTo>
                  <a:lnTo>
                    <a:pt x="6657" y="1"/>
                  </a:lnTo>
                  <a:close/>
                  <a:moveTo>
                    <a:pt x="7548" y="2327"/>
                  </a:moveTo>
                  <a:lnTo>
                    <a:pt x="14024" y="2327"/>
                  </a:lnTo>
                  <a:cubicBezTo>
                    <a:pt x="14354" y="2317"/>
                    <a:pt x="14681" y="2404"/>
                    <a:pt x="14972" y="2579"/>
                  </a:cubicBezTo>
                  <a:cubicBezTo>
                    <a:pt x="15259" y="2752"/>
                    <a:pt x="15501" y="3005"/>
                    <a:pt x="15673" y="3313"/>
                  </a:cubicBezTo>
                  <a:lnTo>
                    <a:pt x="18979" y="9638"/>
                  </a:lnTo>
                  <a:cubicBezTo>
                    <a:pt x="19166" y="9991"/>
                    <a:pt x="19266" y="10395"/>
                    <a:pt x="19266" y="10804"/>
                  </a:cubicBezTo>
                  <a:cubicBezTo>
                    <a:pt x="19267" y="11217"/>
                    <a:pt x="19167" y="11622"/>
                    <a:pt x="18979" y="11977"/>
                  </a:cubicBezTo>
                  <a:lnTo>
                    <a:pt x="15754" y="18159"/>
                  </a:lnTo>
                  <a:cubicBezTo>
                    <a:pt x="15563" y="18478"/>
                    <a:pt x="15307" y="18744"/>
                    <a:pt x="15007" y="18935"/>
                  </a:cubicBezTo>
                  <a:cubicBezTo>
                    <a:pt x="14666" y="19150"/>
                    <a:pt x="14281" y="19261"/>
                    <a:pt x="13889" y="19258"/>
                  </a:cubicBezTo>
                  <a:lnTo>
                    <a:pt x="7450" y="19258"/>
                  </a:lnTo>
                  <a:cubicBezTo>
                    <a:pt x="7120" y="19249"/>
                    <a:pt x="6797" y="19147"/>
                    <a:pt x="6511" y="18963"/>
                  </a:cubicBezTo>
                  <a:cubicBezTo>
                    <a:pt x="6213" y="18770"/>
                    <a:pt x="5964" y="18493"/>
                    <a:pt x="5792" y="18161"/>
                  </a:cubicBezTo>
                  <a:lnTo>
                    <a:pt x="2530" y="11819"/>
                  </a:lnTo>
                  <a:cubicBezTo>
                    <a:pt x="2392" y="11477"/>
                    <a:pt x="2323" y="11105"/>
                    <a:pt x="2328" y="10730"/>
                  </a:cubicBezTo>
                  <a:cubicBezTo>
                    <a:pt x="2333" y="10382"/>
                    <a:pt x="2402" y="10040"/>
                    <a:pt x="2530" y="9723"/>
                  </a:cubicBezTo>
                  <a:lnTo>
                    <a:pt x="5903" y="3295"/>
                  </a:lnTo>
                  <a:cubicBezTo>
                    <a:pt x="6087" y="2986"/>
                    <a:pt x="6340" y="2735"/>
                    <a:pt x="6637" y="2565"/>
                  </a:cubicBezTo>
                  <a:cubicBezTo>
                    <a:pt x="6918" y="2405"/>
                    <a:pt x="7232" y="2323"/>
                    <a:pt x="7548" y="2327"/>
                  </a:cubicBezTo>
                  <a:close/>
                </a:path>
              </a:pathLst>
            </a:custGeom>
            <a:solidFill>
              <a:schemeClr val="accent2"/>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7" name="işļiḑê">
              <a:extLst>
                <a:ext uri="{FF2B5EF4-FFF2-40B4-BE49-F238E27FC236}">
                  <a16:creationId xmlns:a16="http://schemas.microsoft.com/office/drawing/2014/main" id="{AFEB7091-24F8-445B-B261-43A79914EFB3}"/>
                </a:ext>
              </a:extLst>
            </p:cNvPr>
            <p:cNvSpPr/>
            <p:nvPr/>
          </p:nvSpPr>
          <p:spPr bwMode="auto">
            <a:xfrm>
              <a:off x="4358496" y="3700670"/>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5" y="1"/>
                  </a:moveTo>
                  <a:cubicBezTo>
                    <a:pt x="6251" y="-5"/>
                    <a:pt x="5853" y="99"/>
                    <a:pt x="5494" y="304"/>
                  </a:cubicBezTo>
                  <a:cubicBezTo>
                    <a:pt x="5116" y="520"/>
                    <a:pt x="4793" y="840"/>
                    <a:pt x="4559" y="1234"/>
                  </a:cubicBezTo>
                  <a:lnTo>
                    <a:pt x="257" y="9428"/>
                  </a:lnTo>
                  <a:cubicBezTo>
                    <a:pt x="94" y="9832"/>
                    <a:pt x="7" y="10269"/>
                    <a:pt x="1" y="10712"/>
                  </a:cubicBezTo>
                  <a:cubicBezTo>
                    <a:pt x="-6" y="11190"/>
                    <a:pt x="81" y="11664"/>
                    <a:pt x="257" y="12100"/>
                  </a:cubicBezTo>
                  <a:lnTo>
                    <a:pt x="4417" y="20185"/>
                  </a:lnTo>
                  <a:cubicBezTo>
                    <a:pt x="4636" y="20609"/>
                    <a:pt x="4952" y="20960"/>
                    <a:pt x="5332" y="21206"/>
                  </a:cubicBezTo>
                  <a:cubicBezTo>
                    <a:pt x="5696" y="21441"/>
                    <a:pt x="6108" y="21572"/>
                    <a:pt x="6529" y="21584"/>
                  </a:cubicBezTo>
                  <a:lnTo>
                    <a:pt x="14739" y="21584"/>
                  </a:lnTo>
                  <a:cubicBezTo>
                    <a:pt x="15238" y="21588"/>
                    <a:pt x="15728" y="21444"/>
                    <a:pt x="16162" y="21170"/>
                  </a:cubicBezTo>
                  <a:cubicBezTo>
                    <a:pt x="16544" y="20927"/>
                    <a:pt x="16872" y="20589"/>
                    <a:pt x="17115" y="20181"/>
                  </a:cubicBezTo>
                  <a:lnTo>
                    <a:pt x="21226" y="12300"/>
                  </a:lnTo>
                  <a:cubicBezTo>
                    <a:pt x="21466" y="11847"/>
                    <a:pt x="21594" y="11330"/>
                    <a:pt x="21593" y="10805"/>
                  </a:cubicBezTo>
                  <a:cubicBezTo>
                    <a:pt x="21593" y="10282"/>
                    <a:pt x="21465" y="9771"/>
                    <a:pt x="21226" y="9321"/>
                  </a:cubicBezTo>
                  <a:lnTo>
                    <a:pt x="17012" y="1258"/>
                  </a:lnTo>
                  <a:cubicBezTo>
                    <a:pt x="16793" y="865"/>
                    <a:pt x="16484" y="543"/>
                    <a:pt x="16118" y="322"/>
                  </a:cubicBezTo>
                  <a:cubicBezTo>
                    <a:pt x="15748" y="99"/>
                    <a:pt x="15331" y="-12"/>
                    <a:pt x="14910" y="1"/>
                  </a:cubicBezTo>
                  <a:lnTo>
                    <a:pt x="6655" y="1"/>
                  </a:lnTo>
                  <a:close/>
                  <a:moveTo>
                    <a:pt x="7548" y="2327"/>
                  </a:moveTo>
                  <a:lnTo>
                    <a:pt x="14024" y="2327"/>
                  </a:lnTo>
                  <a:cubicBezTo>
                    <a:pt x="14354" y="2317"/>
                    <a:pt x="14681" y="2402"/>
                    <a:pt x="14972" y="2577"/>
                  </a:cubicBezTo>
                  <a:cubicBezTo>
                    <a:pt x="15259" y="2750"/>
                    <a:pt x="15499" y="3005"/>
                    <a:pt x="15671" y="3313"/>
                  </a:cubicBezTo>
                  <a:lnTo>
                    <a:pt x="18979" y="9636"/>
                  </a:lnTo>
                  <a:cubicBezTo>
                    <a:pt x="19166" y="9989"/>
                    <a:pt x="19266" y="10393"/>
                    <a:pt x="19266" y="10802"/>
                  </a:cubicBezTo>
                  <a:cubicBezTo>
                    <a:pt x="19267" y="11215"/>
                    <a:pt x="19167" y="11620"/>
                    <a:pt x="18979" y="11975"/>
                  </a:cubicBezTo>
                  <a:lnTo>
                    <a:pt x="15753" y="18156"/>
                  </a:lnTo>
                  <a:cubicBezTo>
                    <a:pt x="15561" y="18476"/>
                    <a:pt x="15307" y="18742"/>
                    <a:pt x="15007" y="18933"/>
                  </a:cubicBezTo>
                  <a:cubicBezTo>
                    <a:pt x="14666" y="19148"/>
                    <a:pt x="14281" y="19261"/>
                    <a:pt x="13889" y="19258"/>
                  </a:cubicBezTo>
                  <a:lnTo>
                    <a:pt x="7450" y="19258"/>
                  </a:lnTo>
                  <a:cubicBezTo>
                    <a:pt x="7120" y="19249"/>
                    <a:pt x="6797" y="19145"/>
                    <a:pt x="6511" y="18961"/>
                  </a:cubicBezTo>
                  <a:cubicBezTo>
                    <a:pt x="6213" y="18768"/>
                    <a:pt x="5964" y="18493"/>
                    <a:pt x="5792" y="18161"/>
                  </a:cubicBezTo>
                  <a:lnTo>
                    <a:pt x="2530" y="11817"/>
                  </a:lnTo>
                  <a:cubicBezTo>
                    <a:pt x="2392" y="11475"/>
                    <a:pt x="2323" y="11103"/>
                    <a:pt x="2328" y="10728"/>
                  </a:cubicBezTo>
                  <a:cubicBezTo>
                    <a:pt x="2333" y="10380"/>
                    <a:pt x="2402" y="10038"/>
                    <a:pt x="2530" y="9721"/>
                  </a:cubicBezTo>
                  <a:lnTo>
                    <a:pt x="5903" y="3295"/>
                  </a:lnTo>
                  <a:cubicBezTo>
                    <a:pt x="6087" y="2986"/>
                    <a:pt x="6340" y="2735"/>
                    <a:pt x="6637" y="2565"/>
                  </a:cubicBezTo>
                  <a:cubicBezTo>
                    <a:pt x="6918" y="2405"/>
                    <a:pt x="7232" y="2323"/>
                    <a:pt x="7548" y="2327"/>
                  </a:cubicBezTo>
                  <a:close/>
                </a:path>
              </a:pathLst>
            </a:custGeom>
            <a:solidFill>
              <a:schemeClr val="accent2"/>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8" name="îṡlide">
              <a:extLst>
                <a:ext uri="{FF2B5EF4-FFF2-40B4-BE49-F238E27FC236}">
                  <a16:creationId xmlns:a16="http://schemas.microsoft.com/office/drawing/2014/main" id="{C9E4C738-AADF-4191-B75F-D7478ADFF224}"/>
                </a:ext>
              </a:extLst>
            </p:cNvPr>
            <p:cNvSpPr/>
            <p:nvPr/>
          </p:nvSpPr>
          <p:spPr bwMode="auto">
            <a:xfrm>
              <a:off x="6518139" y="3700670"/>
              <a:ext cx="1311146" cy="1180106"/>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5" y="1"/>
                  </a:moveTo>
                  <a:cubicBezTo>
                    <a:pt x="6251" y="-5"/>
                    <a:pt x="5853" y="99"/>
                    <a:pt x="5494" y="304"/>
                  </a:cubicBezTo>
                  <a:cubicBezTo>
                    <a:pt x="5116" y="520"/>
                    <a:pt x="4793" y="840"/>
                    <a:pt x="4559" y="1234"/>
                  </a:cubicBezTo>
                  <a:lnTo>
                    <a:pt x="257" y="9428"/>
                  </a:lnTo>
                  <a:cubicBezTo>
                    <a:pt x="94" y="9832"/>
                    <a:pt x="7" y="10269"/>
                    <a:pt x="1" y="10712"/>
                  </a:cubicBezTo>
                  <a:cubicBezTo>
                    <a:pt x="-6" y="11190"/>
                    <a:pt x="81" y="11664"/>
                    <a:pt x="257" y="12100"/>
                  </a:cubicBezTo>
                  <a:lnTo>
                    <a:pt x="4417" y="20185"/>
                  </a:lnTo>
                  <a:cubicBezTo>
                    <a:pt x="4636" y="20609"/>
                    <a:pt x="4952" y="20960"/>
                    <a:pt x="5332" y="21206"/>
                  </a:cubicBezTo>
                  <a:cubicBezTo>
                    <a:pt x="5696" y="21441"/>
                    <a:pt x="6108" y="21572"/>
                    <a:pt x="6529" y="21584"/>
                  </a:cubicBezTo>
                  <a:lnTo>
                    <a:pt x="14739" y="21584"/>
                  </a:lnTo>
                  <a:cubicBezTo>
                    <a:pt x="15238" y="21588"/>
                    <a:pt x="15728" y="21444"/>
                    <a:pt x="16162" y="21170"/>
                  </a:cubicBezTo>
                  <a:cubicBezTo>
                    <a:pt x="16544" y="20927"/>
                    <a:pt x="16872" y="20589"/>
                    <a:pt x="17115" y="20181"/>
                  </a:cubicBezTo>
                  <a:lnTo>
                    <a:pt x="21226" y="12300"/>
                  </a:lnTo>
                  <a:cubicBezTo>
                    <a:pt x="21466" y="11847"/>
                    <a:pt x="21594" y="11330"/>
                    <a:pt x="21593" y="10805"/>
                  </a:cubicBezTo>
                  <a:cubicBezTo>
                    <a:pt x="21593" y="10282"/>
                    <a:pt x="21465" y="9771"/>
                    <a:pt x="21226" y="9321"/>
                  </a:cubicBezTo>
                  <a:lnTo>
                    <a:pt x="17010" y="1258"/>
                  </a:lnTo>
                  <a:cubicBezTo>
                    <a:pt x="16791" y="865"/>
                    <a:pt x="16484" y="543"/>
                    <a:pt x="16118" y="322"/>
                  </a:cubicBezTo>
                  <a:cubicBezTo>
                    <a:pt x="15748" y="99"/>
                    <a:pt x="15331" y="-12"/>
                    <a:pt x="14910" y="1"/>
                  </a:cubicBezTo>
                  <a:lnTo>
                    <a:pt x="6655" y="1"/>
                  </a:lnTo>
                  <a:close/>
                  <a:moveTo>
                    <a:pt x="7548" y="2327"/>
                  </a:moveTo>
                  <a:lnTo>
                    <a:pt x="14024" y="2327"/>
                  </a:lnTo>
                  <a:cubicBezTo>
                    <a:pt x="14354" y="2317"/>
                    <a:pt x="14681" y="2402"/>
                    <a:pt x="14972" y="2577"/>
                  </a:cubicBezTo>
                  <a:cubicBezTo>
                    <a:pt x="15259" y="2750"/>
                    <a:pt x="15499" y="3005"/>
                    <a:pt x="15671" y="3313"/>
                  </a:cubicBezTo>
                  <a:lnTo>
                    <a:pt x="18979" y="9636"/>
                  </a:lnTo>
                  <a:cubicBezTo>
                    <a:pt x="19166" y="9989"/>
                    <a:pt x="19265" y="10393"/>
                    <a:pt x="19266" y="10802"/>
                  </a:cubicBezTo>
                  <a:cubicBezTo>
                    <a:pt x="19267" y="11215"/>
                    <a:pt x="19167" y="11620"/>
                    <a:pt x="18979" y="11975"/>
                  </a:cubicBezTo>
                  <a:lnTo>
                    <a:pt x="15753" y="18156"/>
                  </a:lnTo>
                  <a:cubicBezTo>
                    <a:pt x="15561" y="18476"/>
                    <a:pt x="15307" y="18742"/>
                    <a:pt x="15007" y="18933"/>
                  </a:cubicBezTo>
                  <a:cubicBezTo>
                    <a:pt x="14666" y="19148"/>
                    <a:pt x="14281" y="19261"/>
                    <a:pt x="13889" y="19258"/>
                  </a:cubicBezTo>
                  <a:lnTo>
                    <a:pt x="7450" y="19258"/>
                  </a:lnTo>
                  <a:cubicBezTo>
                    <a:pt x="7120" y="19249"/>
                    <a:pt x="6797" y="19145"/>
                    <a:pt x="6511" y="18961"/>
                  </a:cubicBezTo>
                  <a:cubicBezTo>
                    <a:pt x="6213" y="18768"/>
                    <a:pt x="5964" y="18493"/>
                    <a:pt x="5792" y="18161"/>
                  </a:cubicBezTo>
                  <a:lnTo>
                    <a:pt x="2530" y="11817"/>
                  </a:lnTo>
                  <a:cubicBezTo>
                    <a:pt x="2391" y="11475"/>
                    <a:pt x="2323" y="11103"/>
                    <a:pt x="2328" y="10728"/>
                  </a:cubicBezTo>
                  <a:cubicBezTo>
                    <a:pt x="2333" y="10380"/>
                    <a:pt x="2402" y="10038"/>
                    <a:pt x="2530" y="9721"/>
                  </a:cubicBezTo>
                  <a:lnTo>
                    <a:pt x="5903" y="3295"/>
                  </a:lnTo>
                  <a:cubicBezTo>
                    <a:pt x="6087" y="2986"/>
                    <a:pt x="6340" y="2735"/>
                    <a:pt x="6637" y="2565"/>
                  </a:cubicBezTo>
                  <a:cubicBezTo>
                    <a:pt x="6918" y="2405"/>
                    <a:pt x="7232" y="2323"/>
                    <a:pt x="7548" y="2327"/>
                  </a:cubicBezTo>
                  <a:close/>
                </a:path>
              </a:pathLst>
            </a:custGeom>
            <a:solidFill>
              <a:schemeClr val="accent1"/>
            </a:solidFill>
            <a:ln>
              <a:noFill/>
            </a:ln>
            <a:effectLst/>
          </p:spPr>
          <p:txBody>
            <a:bodyPr wrap="square" lIns="91440" tIns="45720" rIns="91440" bIns="45720" anchor="ctr">
              <a:normAutofit/>
            </a:body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19" name="ïSľïḋe">
              <a:extLst>
                <a:ext uri="{FF2B5EF4-FFF2-40B4-BE49-F238E27FC236}">
                  <a16:creationId xmlns:a16="http://schemas.microsoft.com/office/drawing/2014/main" id="{801BE1D1-E063-4492-89C4-359A2E14F064}"/>
                </a:ext>
              </a:extLst>
            </p:cNvPr>
            <p:cNvSpPr/>
            <p:nvPr/>
          </p:nvSpPr>
          <p:spPr bwMode="auto">
            <a:xfrm>
              <a:off x="3521243" y="3265716"/>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20" name="iṩľiḓe">
              <a:extLst>
                <a:ext uri="{FF2B5EF4-FFF2-40B4-BE49-F238E27FC236}">
                  <a16:creationId xmlns:a16="http://schemas.microsoft.com/office/drawing/2014/main" id="{6B78A784-8893-4A52-92D6-0C508C9A0EEA}"/>
                </a:ext>
              </a:extLst>
            </p:cNvPr>
            <p:cNvSpPr/>
            <p:nvPr/>
          </p:nvSpPr>
          <p:spPr bwMode="auto">
            <a:xfrm>
              <a:off x="3149600" y="2797568"/>
              <a:ext cx="181406" cy="533816"/>
            </a:xfrm>
            <a:custGeom>
              <a:avLst/>
              <a:gdLst>
                <a:gd name="T0" fmla="+- 0 11496 1393"/>
                <a:gd name="T1" fmla="*/ T0 w 20207"/>
                <a:gd name="T2" fmla="*/ 10800 h 21600"/>
                <a:gd name="T3" fmla="+- 0 11496 1393"/>
                <a:gd name="T4" fmla="*/ T3 w 20207"/>
                <a:gd name="T5" fmla="*/ 10800 h 21600"/>
                <a:gd name="T6" fmla="+- 0 11496 1393"/>
                <a:gd name="T7" fmla="*/ T6 w 20207"/>
                <a:gd name="T8" fmla="*/ 10800 h 21600"/>
                <a:gd name="T9" fmla="+- 0 11496 1393"/>
                <a:gd name="T10" fmla="*/ T9 w 20207"/>
                <a:gd name="T11" fmla="*/ 10800 h 21600"/>
              </a:gdLst>
              <a:ahLst/>
              <a:cxnLst>
                <a:cxn ang="0">
                  <a:pos x="T1" y="T2"/>
                </a:cxn>
                <a:cxn ang="0">
                  <a:pos x="T4" y="T5"/>
                </a:cxn>
                <a:cxn ang="0">
                  <a:pos x="T7" y="T8"/>
                </a:cxn>
                <a:cxn ang="0">
                  <a:pos x="T10" y="T11"/>
                </a:cxn>
              </a:cxnLst>
              <a:rect l="0" t="0" r="r" b="b"/>
              <a:pathLst>
                <a:path w="20207" h="21600">
                  <a:moveTo>
                    <a:pt x="6664" y="0"/>
                  </a:moveTo>
                  <a:cubicBezTo>
                    <a:pt x="663" y="3444"/>
                    <a:pt x="-1393" y="7604"/>
                    <a:pt x="937" y="11591"/>
                  </a:cubicBezTo>
                  <a:cubicBezTo>
                    <a:pt x="3360" y="15738"/>
                    <a:pt x="10314" y="19350"/>
                    <a:pt x="20207" y="21600"/>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1" name="íŝḷidê">
              <a:extLst>
                <a:ext uri="{FF2B5EF4-FFF2-40B4-BE49-F238E27FC236}">
                  <a16:creationId xmlns:a16="http://schemas.microsoft.com/office/drawing/2014/main" id="{B14E357E-E662-4335-8280-A6860AD87DB1}"/>
                </a:ext>
              </a:extLst>
            </p:cNvPr>
            <p:cNvSpPr/>
            <p:nvPr/>
          </p:nvSpPr>
          <p:spPr bwMode="auto">
            <a:xfrm rot="10277900">
              <a:off x="8848717" y="3962654"/>
              <a:ext cx="180983" cy="533816"/>
            </a:xfrm>
            <a:custGeom>
              <a:avLst/>
              <a:gdLst>
                <a:gd name="T0" fmla="+- 0 11496 1393"/>
                <a:gd name="T1" fmla="*/ T0 w 20207"/>
                <a:gd name="T2" fmla="*/ 10800 h 21600"/>
                <a:gd name="T3" fmla="+- 0 11496 1393"/>
                <a:gd name="T4" fmla="*/ T3 w 20207"/>
                <a:gd name="T5" fmla="*/ 10800 h 21600"/>
                <a:gd name="T6" fmla="+- 0 11496 1393"/>
                <a:gd name="T7" fmla="*/ T6 w 20207"/>
                <a:gd name="T8" fmla="*/ 10800 h 21600"/>
                <a:gd name="T9" fmla="+- 0 11496 1393"/>
                <a:gd name="T10" fmla="*/ T9 w 20207"/>
                <a:gd name="T11" fmla="*/ 10800 h 21600"/>
              </a:gdLst>
              <a:ahLst/>
              <a:cxnLst>
                <a:cxn ang="0">
                  <a:pos x="T1" y="T2"/>
                </a:cxn>
                <a:cxn ang="0">
                  <a:pos x="T4" y="T5"/>
                </a:cxn>
                <a:cxn ang="0">
                  <a:pos x="T7" y="T8"/>
                </a:cxn>
                <a:cxn ang="0">
                  <a:pos x="T10" y="T11"/>
                </a:cxn>
              </a:cxnLst>
              <a:rect l="0" t="0" r="r" b="b"/>
              <a:pathLst>
                <a:path w="20207" h="21600">
                  <a:moveTo>
                    <a:pt x="6664" y="0"/>
                  </a:moveTo>
                  <a:cubicBezTo>
                    <a:pt x="663" y="3444"/>
                    <a:pt x="-1393" y="7604"/>
                    <a:pt x="937" y="11591"/>
                  </a:cubicBezTo>
                  <a:cubicBezTo>
                    <a:pt x="3360" y="15738"/>
                    <a:pt x="10314" y="19350"/>
                    <a:pt x="20207" y="21600"/>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2" name="íṧḷiďe">
              <a:extLst>
                <a:ext uri="{FF2B5EF4-FFF2-40B4-BE49-F238E27FC236}">
                  <a16:creationId xmlns:a16="http://schemas.microsoft.com/office/drawing/2014/main" id="{8DB5C5CC-E0D7-48B5-8292-E19F1720323D}"/>
                </a:ext>
              </a:extLst>
            </p:cNvPr>
            <p:cNvSpPr/>
            <p:nvPr/>
          </p:nvSpPr>
          <p:spPr bwMode="auto">
            <a:xfrm flipV="1">
              <a:off x="6095279" y="4331433"/>
              <a:ext cx="0" cy="203402"/>
            </a:xfrm>
            <a:prstGeom prst="line">
              <a:avLst/>
            </a:prstGeom>
            <a:noFill/>
            <a:ln w="19050" cap="flat" cmpd="sng">
              <a:solidFill>
                <a:schemeClr val="bg1">
                  <a:lumMod val="75000"/>
                </a:schemeClr>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3" name="îṩḷïḋè">
              <a:extLst>
                <a:ext uri="{FF2B5EF4-FFF2-40B4-BE49-F238E27FC236}">
                  <a16:creationId xmlns:a16="http://schemas.microsoft.com/office/drawing/2014/main" id="{D7FAD30C-F89F-456C-9561-9A26919D73EA}"/>
                </a:ext>
              </a:extLst>
            </p:cNvPr>
            <p:cNvSpPr/>
            <p:nvPr/>
          </p:nvSpPr>
          <p:spPr bwMode="auto">
            <a:xfrm flipV="1">
              <a:off x="6095279" y="2758146"/>
              <a:ext cx="0" cy="203402"/>
            </a:xfrm>
            <a:prstGeom prst="line">
              <a:avLst/>
            </a:prstGeom>
            <a:noFill/>
            <a:ln w="19050" cap="flat" cmpd="sng">
              <a:solidFill>
                <a:schemeClr val="bg1">
                  <a:lumMod val="75000"/>
                </a:schemeClr>
              </a:solidFill>
              <a:prstDash val="solid"/>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4" name="íṧḷïde">
              <a:extLst>
                <a:ext uri="{FF2B5EF4-FFF2-40B4-BE49-F238E27FC236}">
                  <a16:creationId xmlns:a16="http://schemas.microsoft.com/office/drawing/2014/main" id="{5E1EBFB7-DEAD-422D-A4BC-8D8ACF8A943D}"/>
                </a:ext>
              </a:extLst>
            </p:cNvPr>
            <p:cNvSpPr/>
            <p:nvPr/>
          </p:nvSpPr>
          <p:spPr bwMode="auto">
            <a:xfrm>
              <a:off x="7197552" y="2134884"/>
              <a:ext cx="813670" cy="227091"/>
            </a:xfrm>
            <a:custGeom>
              <a:avLst/>
              <a:gdLst>
                <a:gd name="T0" fmla="*/ 10800 w 21600"/>
                <a:gd name="T1" fmla="+- 0 11878 2157"/>
                <a:gd name="T2" fmla="*/ 11878 h 19443"/>
                <a:gd name="T3" fmla="*/ 10800 w 21600"/>
                <a:gd name="T4" fmla="+- 0 11878 2157"/>
                <a:gd name="T5" fmla="*/ 11878 h 19443"/>
                <a:gd name="T6" fmla="*/ 10800 w 21600"/>
                <a:gd name="T7" fmla="+- 0 11878 2157"/>
                <a:gd name="T8" fmla="*/ 11878 h 19443"/>
                <a:gd name="T9" fmla="*/ 10800 w 21600"/>
                <a:gd name="T10" fmla="+- 0 11878 2157"/>
                <a:gd name="T11" fmla="*/ 11878 h 19443"/>
              </a:gdLst>
              <a:ahLst/>
              <a:cxnLst>
                <a:cxn ang="0">
                  <a:pos x="T0" y="T2"/>
                </a:cxn>
                <a:cxn ang="0">
                  <a:pos x="T3" y="T5"/>
                </a:cxn>
                <a:cxn ang="0">
                  <a:pos x="T6" y="T8"/>
                </a:cxn>
                <a:cxn ang="0">
                  <a:pos x="T9" y="T11"/>
                </a:cxn>
              </a:cxnLst>
              <a:rect l="0" t="0" r="r" b="b"/>
              <a:pathLst>
                <a:path w="21600" h="19443">
                  <a:moveTo>
                    <a:pt x="21600" y="10269"/>
                  </a:moveTo>
                  <a:cubicBezTo>
                    <a:pt x="17881" y="1095"/>
                    <a:pt x="13075" y="-2157"/>
                    <a:pt x="8526" y="1425"/>
                  </a:cubicBezTo>
                  <a:cubicBezTo>
                    <a:pt x="5128" y="4102"/>
                    <a:pt x="2118" y="10463"/>
                    <a:pt x="0" y="19443"/>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5" name="ísļide">
              <a:extLst>
                <a:ext uri="{FF2B5EF4-FFF2-40B4-BE49-F238E27FC236}">
                  <a16:creationId xmlns:a16="http://schemas.microsoft.com/office/drawing/2014/main" id="{32FA26BC-EE1E-4CAF-9B2D-A03978CB35F3}"/>
                </a:ext>
              </a:extLst>
            </p:cNvPr>
            <p:cNvSpPr/>
            <p:nvPr/>
          </p:nvSpPr>
          <p:spPr bwMode="auto">
            <a:xfrm>
              <a:off x="4140181" y="4924512"/>
              <a:ext cx="855071" cy="205004"/>
            </a:xfrm>
            <a:custGeom>
              <a:avLst/>
              <a:gdLst>
                <a:gd name="T0" fmla="*/ 10800 w 21600"/>
                <a:gd name="T1" fmla="*/ 10285 h 20570"/>
                <a:gd name="T2" fmla="*/ 10800 w 21600"/>
                <a:gd name="T3" fmla="*/ 10285 h 20570"/>
                <a:gd name="T4" fmla="*/ 10800 w 21600"/>
                <a:gd name="T5" fmla="*/ 10285 h 20570"/>
                <a:gd name="T6" fmla="*/ 10800 w 21600"/>
                <a:gd name="T7" fmla="*/ 10285 h 20570"/>
              </a:gdLst>
              <a:ahLst/>
              <a:cxnLst>
                <a:cxn ang="0">
                  <a:pos x="T0" y="T1"/>
                </a:cxn>
                <a:cxn ang="0">
                  <a:pos x="T2" y="T3"/>
                </a:cxn>
                <a:cxn ang="0">
                  <a:pos x="T4" y="T5"/>
                </a:cxn>
                <a:cxn ang="0">
                  <a:pos x="T6" y="T7"/>
                </a:cxn>
              </a:cxnLst>
              <a:rect l="0" t="0" r="r" b="b"/>
              <a:pathLst>
                <a:path w="21600" h="20570">
                  <a:moveTo>
                    <a:pt x="0" y="11524"/>
                  </a:moveTo>
                  <a:cubicBezTo>
                    <a:pt x="3205" y="18556"/>
                    <a:pt x="6868" y="21600"/>
                    <a:pt x="10513" y="20262"/>
                  </a:cubicBezTo>
                  <a:cubicBezTo>
                    <a:pt x="14683" y="18731"/>
                    <a:pt x="18595" y="11582"/>
                    <a:pt x="21600" y="0"/>
                  </a:cubicBezTo>
                </a:path>
              </a:pathLst>
            </a:custGeom>
            <a:noFill/>
            <a:ln w="19050" cap="flat" cmpd="sng">
              <a:solidFill>
                <a:schemeClr val="bg1">
                  <a:lumMod val="75000"/>
                </a:schemeClr>
              </a:solidFill>
              <a:prstDash val="solid"/>
              <a:miter lim="4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fontScale="5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pPr>
              <a:endParaRPr lang="zh-CN" altLang="zh-CN" sz="1600">
                <a:solidFill>
                  <a:schemeClr val="tx1">
                    <a:lumMod val="75000"/>
                    <a:lumOff val="25000"/>
                  </a:schemeClr>
                </a:solidFill>
              </a:endParaRPr>
            </a:p>
          </p:txBody>
        </p:sp>
        <p:sp>
          <p:nvSpPr>
            <p:cNvPr id="26" name="ïšlîḓê">
              <a:extLst>
                <a:ext uri="{FF2B5EF4-FFF2-40B4-BE49-F238E27FC236}">
                  <a16:creationId xmlns:a16="http://schemas.microsoft.com/office/drawing/2014/main" id="{440BD3B9-1B86-4154-A219-34D353FC7CC4}"/>
                </a:ext>
              </a:extLst>
            </p:cNvPr>
            <p:cNvSpPr/>
            <p:nvPr/>
          </p:nvSpPr>
          <p:spPr bwMode="auto">
            <a:xfrm>
              <a:off x="6762459" y="3920572"/>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27" name="iśľíḓe">
              <a:extLst>
                <a:ext uri="{FF2B5EF4-FFF2-40B4-BE49-F238E27FC236}">
                  <a16:creationId xmlns:a16="http://schemas.microsoft.com/office/drawing/2014/main" id="{0D72C337-D823-4CF1-A4C7-D6BD1740E745}"/>
                </a:ext>
              </a:extLst>
            </p:cNvPr>
            <p:cNvSpPr/>
            <p:nvPr/>
          </p:nvSpPr>
          <p:spPr bwMode="auto">
            <a:xfrm>
              <a:off x="4602816" y="2621891"/>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28" name="íŝ1íḋê">
              <a:extLst>
                <a:ext uri="{FF2B5EF4-FFF2-40B4-BE49-F238E27FC236}">
                  <a16:creationId xmlns:a16="http://schemas.microsoft.com/office/drawing/2014/main" id="{3486A40D-1CA2-400A-B122-A618A78D8831}"/>
                </a:ext>
              </a:extLst>
            </p:cNvPr>
            <p:cNvSpPr/>
            <p:nvPr/>
          </p:nvSpPr>
          <p:spPr bwMode="auto">
            <a:xfrm>
              <a:off x="5684027" y="3265717"/>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id-ID" altLang="zh-CN" sz="1600" i="1" u="sng" dirty="0">
                <a:solidFill>
                  <a:schemeClr val="tx1">
                    <a:lumMod val="75000"/>
                    <a:lumOff val="25000"/>
                  </a:schemeClr>
                </a:solidFill>
              </a:endParaRPr>
            </a:p>
          </p:txBody>
        </p:sp>
        <p:sp>
          <p:nvSpPr>
            <p:cNvPr id="29" name="ísliďê">
              <a:extLst>
                <a:ext uri="{FF2B5EF4-FFF2-40B4-BE49-F238E27FC236}">
                  <a16:creationId xmlns:a16="http://schemas.microsoft.com/office/drawing/2014/main" id="{1F2F09B5-26CD-41AC-B3D9-A3995934E1F5}"/>
                </a:ext>
              </a:extLst>
            </p:cNvPr>
            <p:cNvSpPr/>
            <p:nvPr/>
          </p:nvSpPr>
          <p:spPr bwMode="auto">
            <a:xfrm>
              <a:off x="7843667" y="3265717"/>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30" name="íṩḷîďê">
              <a:extLst>
                <a:ext uri="{FF2B5EF4-FFF2-40B4-BE49-F238E27FC236}">
                  <a16:creationId xmlns:a16="http://schemas.microsoft.com/office/drawing/2014/main" id="{58B1F123-4A7B-45D2-8324-893A7AB2B153}"/>
                </a:ext>
              </a:extLst>
            </p:cNvPr>
            <p:cNvSpPr/>
            <p:nvPr/>
          </p:nvSpPr>
          <p:spPr bwMode="auto">
            <a:xfrm>
              <a:off x="4602816" y="3920572"/>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31" name="í$ḷîḋe">
              <a:extLst>
                <a:ext uri="{FF2B5EF4-FFF2-40B4-BE49-F238E27FC236}">
                  <a16:creationId xmlns:a16="http://schemas.microsoft.com/office/drawing/2014/main" id="{54C5AD62-0066-425C-984F-D4B0DB3E6BA0}"/>
                </a:ext>
              </a:extLst>
            </p:cNvPr>
            <p:cNvSpPr/>
            <p:nvPr/>
          </p:nvSpPr>
          <p:spPr bwMode="auto">
            <a:xfrm>
              <a:off x="6762459" y="2621891"/>
              <a:ext cx="822506" cy="740303"/>
            </a:xfrm>
            <a:custGeom>
              <a:avLst/>
              <a:gdLst>
                <a:gd name="T0" fmla="+- 0 10802 6"/>
                <a:gd name="T1" fmla="*/ T0 w 21593"/>
                <a:gd name="T2" fmla="+- 0 10804 12"/>
                <a:gd name="T3" fmla="*/ 10804 h 21584"/>
                <a:gd name="T4" fmla="+- 0 10802 6"/>
                <a:gd name="T5" fmla="*/ T4 w 21593"/>
                <a:gd name="T6" fmla="+- 0 10804 12"/>
                <a:gd name="T7" fmla="*/ 10804 h 21584"/>
                <a:gd name="T8" fmla="+- 0 10802 6"/>
                <a:gd name="T9" fmla="*/ T8 w 21593"/>
                <a:gd name="T10" fmla="+- 0 10804 12"/>
                <a:gd name="T11" fmla="*/ 10804 h 21584"/>
                <a:gd name="T12" fmla="+- 0 10802 6"/>
                <a:gd name="T13" fmla="*/ T12 w 21593"/>
                <a:gd name="T14" fmla="+- 0 10804 12"/>
                <a:gd name="T15" fmla="*/ 10804 h 21584"/>
              </a:gdLst>
              <a:ahLst/>
              <a:cxnLst>
                <a:cxn ang="0">
                  <a:pos x="T1" y="T3"/>
                </a:cxn>
                <a:cxn ang="0">
                  <a:pos x="T5" y="T7"/>
                </a:cxn>
                <a:cxn ang="0">
                  <a:pos x="T9" y="T11"/>
                </a:cxn>
                <a:cxn ang="0">
                  <a:pos x="T13" y="T15"/>
                </a:cxn>
              </a:cxnLst>
              <a:rect l="0" t="0" r="r" b="b"/>
              <a:pathLst>
                <a:path w="21593" h="21584">
                  <a:moveTo>
                    <a:pt x="6656" y="1"/>
                  </a:moveTo>
                  <a:lnTo>
                    <a:pt x="14911" y="1"/>
                  </a:lnTo>
                  <a:cubicBezTo>
                    <a:pt x="15332" y="-12"/>
                    <a:pt x="15749" y="99"/>
                    <a:pt x="16119" y="322"/>
                  </a:cubicBezTo>
                  <a:cubicBezTo>
                    <a:pt x="16485" y="543"/>
                    <a:pt x="16792" y="865"/>
                    <a:pt x="17011" y="1258"/>
                  </a:cubicBezTo>
                  <a:lnTo>
                    <a:pt x="21227" y="9321"/>
                  </a:lnTo>
                  <a:cubicBezTo>
                    <a:pt x="21466" y="9771"/>
                    <a:pt x="21593" y="10284"/>
                    <a:pt x="21593" y="10806"/>
                  </a:cubicBezTo>
                  <a:cubicBezTo>
                    <a:pt x="21594" y="11332"/>
                    <a:pt x="21468" y="11848"/>
                    <a:pt x="21227" y="12301"/>
                  </a:cubicBezTo>
                  <a:lnTo>
                    <a:pt x="17115" y="20182"/>
                  </a:lnTo>
                  <a:cubicBezTo>
                    <a:pt x="16872" y="20590"/>
                    <a:pt x="16545" y="20928"/>
                    <a:pt x="16163" y="21171"/>
                  </a:cubicBezTo>
                  <a:cubicBezTo>
                    <a:pt x="15730" y="21445"/>
                    <a:pt x="15238" y="21588"/>
                    <a:pt x="14739" y="21584"/>
                  </a:cubicBezTo>
                  <a:lnTo>
                    <a:pt x="6530" y="21584"/>
                  </a:lnTo>
                  <a:cubicBezTo>
                    <a:pt x="6109" y="21572"/>
                    <a:pt x="5698" y="21443"/>
                    <a:pt x="5333" y="21207"/>
                  </a:cubicBezTo>
                  <a:cubicBezTo>
                    <a:pt x="4953" y="20962"/>
                    <a:pt x="4637" y="20609"/>
                    <a:pt x="4418" y="20186"/>
                  </a:cubicBezTo>
                  <a:lnTo>
                    <a:pt x="259" y="12100"/>
                  </a:lnTo>
                  <a:cubicBezTo>
                    <a:pt x="82" y="11664"/>
                    <a:pt x="-6" y="11190"/>
                    <a:pt x="1" y="10712"/>
                  </a:cubicBezTo>
                  <a:cubicBezTo>
                    <a:pt x="7" y="10269"/>
                    <a:pt x="95" y="9832"/>
                    <a:pt x="259" y="9428"/>
                  </a:cubicBezTo>
                  <a:lnTo>
                    <a:pt x="4560" y="1235"/>
                  </a:lnTo>
                  <a:cubicBezTo>
                    <a:pt x="4794" y="841"/>
                    <a:pt x="5116" y="521"/>
                    <a:pt x="5494" y="305"/>
                  </a:cubicBezTo>
                  <a:cubicBezTo>
                    <a:pt x="5853" y="100"/>
                    <a:pt x="6252" y="-5"/>
                    <a:pt x="6656" y="1"/>
                  </a:cubicBezTo>
                  <a:close/>
                </a:path>
              </a:pathLst>
            </a:custGeom>
            <a:solidFill>
              <a:schemeClr val="bg1">
                <a:lumMod val="95000"/>
              </a:schemeClr>
            </a:solidFill>
            <a:ln>
              <a:noFill/>
            </a:ln>
            <a:effectLst/>
          </p:spPr>
          <p:txBody>
            <a:bodyPr wrap="square" lIns="91440" tIns="45720" rIns="91440" bIns="45720" anchor="ctr">
              <a:normAutofit/>
            </a:bodyPr>
            <a:lstStyle/>
            <a:p>
              <a:pPr algn="ctr"/>
              <a:r>
                <a:rPr lang="zh-CN" altLang="en-US" sz="1600" i="1" u="sng" dirty="0">
                  <a:solidFill>
                    <a:schemeClr val="tx1">
                      <a:lumMod val="75000"/>
                      <a:lumOff val="25000"/>
                    </a:schemeClr>
                  </a:solidFill>
                </a:rPr>
                <a:t>文本</a:t>
              </a:r>
              <a:endParaRPr lang="id-ID" altLang="zh-CN" sz="1600" i="1" u="sng" dirty="0">
                <a:solidFill>
                  <a:schemeClr val="tx1">
                    <a:lumMod val="75000"/>
                    <a:lumOff val="25000"/>
                  </a:schemeClr>
                </a:solidFill>
              </a:endParaRPr>
            </a:p>
          </p:txBody>
        </p:sp>
        <p:sp>
          <p:nvSpPr>
            <p:cNvPr id="32" name="ïsļïḓê">
              <a:extLst>
                <a:ext uri="{FF2B5EF4-FFF2-40B4-BE49-F238E27FC236}">
                  <a16:creationId xmlns:a16="http://schemas.microsoft.com/office/drawing/2014/main" id="{3486A40D-1CA2-400A-B122-A618A78D8831}"/>
                </a:ext>
              </a:extLst>
            </p:cNvPr>
            <p:cNvSpPr/>
            <p:nvPr/>
          </p:nvSpPr>
          <p:spPr bwMode="auto">
            <a:xfrm>
              <a:off x="5880295" y="3471421"/>
              <a:ext cx="429970" cy="328894"/>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1">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chemeClr val="accent1"/>
            </a:solidFill>
            <a:ln>
              <a:noFill/>
            </a:ln>
            <a:effectLst/>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id-ID" altLang="zh-CN" sz="1600" i="1" u="sng" dirty="0">
                <a:solidFill>
                  <a:schemeClr val="tx1">
                    <a:lumMod val="75000"/>
                    <a:lumOff val="25000"/>
                  </a:schemeClr>
                </a:solidFill>
              </a:endParaRPr>
            </a:p>
          </p:txBody>
        </p:sp>
      </p:grpSp>
      <p:grpSp>
        <p:nvGrpSpPr>
          <p:cNvPr id="33" name="组合 32">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4"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35"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6" name="椭圆 35">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24371033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AC84A3C-C28A-9BF9-6BB3-9AEB732543C8}"/>
              </a:ext>
            </a:extLst>
          </p:cNvPr>
          <p:cNvGrpSpPr/>
          <p:nvPr/>
        </p:nvGrpSpPr>
        <p:grpSpPr>
          <a:xfrm>
            <a:off x="802894" y="0"/>
            <a:ext cx="11389106" cy="5847823"/>
            <a:chOff x="802894" y="0"/>
            <a:chExt cx="11389106" cy="5847823"/>
          </a:xfrm>
        </p:grpSpPr>
        <p:sp>
          <p:nvSpPr>
            <p:cNvPr id="5" name="iṡlïḑe">
              <a:extLst>
                <a:ext uri="{FF2B5EF4-FFF2-40B4-BE49-F238E27FC236}">
                  <a16:creationId xmlns:a16="http://schemas.microsoft.com/office/drawing/2014/main" id="{E7329E10-4DC0-E330-9CF1-26C32A00C998}"/>
                </a:ext>
              </a:extLst>
            </p:cNvPr>
            <p:cNvSpPr txBox="1"/>
            <p:nvPr/>
          </p:nvSpPr>
          <p:spPr>
            <a:xfrm>
              <a:off x="802894" y="1867988"/>
              <a:ext cx="10201779" cy="396712"/>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pPr>
              <a:r>
                <a:rPr lang="zh-CN" altLang="en-US" sz="1800" b="1" dirty="0">
                  <a:solidFill>
                    <a:schemeClr val="tx1">
                      <a:lumMod val="75000"/>
                      <a:lumOff val="25000"/>
                    </a:schemeClr>
                  </a:solidFill>
                </a:rPr>
                <a:t>在此输入标题文本</a:t>
              </a:r>
              <a:endParaRPr lang="en-US" altLang="zh-CN" sz="1800" b="1" dirty="0">
                <a:solidFill>
                  <a:schemeClr val="tx1">
                    <a:lumMod val="75000"/>
                    <a:lumOff val="25000"/>
                  </a:schemeClr>
                </a:solidFill>
              </a:endParaRPr>
            </a:p>
          </p:txBody>
        </p:sp>
        <p:sp>
          <p:nvSpPr>
            <p:cNvPr id="6" name="îşḻídè">
              <a:extLst>
                <a:ext uri="{FF2B5EF4-FFF2-40B4-BE49-F238E27FC236}">
                  <a16:creationId xmlns:a16="http://schemas.microsoft.com/office/drawing/2014/main" id="{7A51D6E2-83D2-864D-88EA-36C85EB7F3CA}"/>
                </a:ext>
              </a:extLst>
            </p:cNvPr>
            <p:cNvSpPr txBox="1"/>
            <p:nvPr/>
          </p:nvSpPr>
          <p:spPr>
            <a:xfrm>
              <a:off x="802894" y="2353895"/>
              <a:ext cx="7315191" cy="916405"/>
            </a:xfrm>
            <a:prstGeom prst="rect">
              <a:avLst/>
            </a:prstGeom>
            <a:noFill/>
          </p:spPr>
          <p:txBody>
            <a:bodyPr wrap="square" rtlCol="0">
              <a:spAutoFit/>
            </a:bodyPr>
            <a:lstStyle>
              <a:defPPr>
                <a:defRPr lang="zh-CN"/>
              </a:defPPr>
              <a:lvl1pPr lvl="0" defTabSz="913765">
                <a:lnSpc>
                  <a:spcPct val="150000"/>
                </a:lnSpc>
                <a:buSzPct val="25000"/>
                <a:defRPr sz="1050">
                  <a:solidFill>
                    <a:schemeClr val="tx1">
                      <a:lumMod val="95000"/>
                      <a:lumOff val="5000"/>
                    </a:schemeClr>
                  </a:solidFill>
                </a:defRPr>
              </a:lvl1pPr>
            </a:lstStyle>
            <a:p>
              <a:pPr algn="just">
                <a:lnSpc>
                  <a:spcPct val="170000"/>
                </a:lnSpc>
                <a:defRPr/>
              </a:pPr>
              <a:r>
                <a:rPr lang="zh-CN" altLang="en-US" dirty="0">
                  <a:solidFill>
                    <a:schemeClr val="tx1">
                      <a:lumMod val="50000"/>
                      <a:lumOff val="50000"/>
                    </a:schemeClr>
                  </a:solidFill>
                  <a:cs typeface="+mn-ea"/>
                  <a:sym typeface="+mn-lt"/>
                </a:rPr>
                <a:t>请替换文字内容，修改文字内容，也可以直接复制你的内容到此请替换文字内容请替换文字内容请替换文字内容，修改文字内容，也可以直接复制你的内容到此请替换文字内容请替换文字内容</a:t>
              </a:r>
              <a:endParaRPr lang="en-US" altLang="zh-CN" dirty="0">
                <a:solidFill>
                  <a:schemeClr val="tx1">
                    <a:lumMod val="50000"/>
                    <a:lumOff val="50000"/>
                  </a:schemeClr>
                </a:solidFill>
                <a:cs typeface="+mn-ea"/>
                <a:sym typeface="+mn-lt"/>
              </a:endParaRPr>
            </a:p>
            <a:p>
              <a:pPr algn="just">
                <a:lnSpc>
                  <a:spcPct val="170000"/>
                </a:lnSpc>
                <a:defRPr/>
              </a:pPr>
              <a:endParaRPr lang="en-US" altLang="zh-CN" dirty="0">
                <a:solidFill>
                  <a:schemeClr val="tx1">
                    <a:lumMod val="50000"/>
                    <a:lumOff val="50000"/>
                  </a:schemeClr>
                </a:solidFill>
                <a:cs typeface="+mn-ea"/>
                <a:sym typeface="+mn-lt"/>
              </a:endParaRPr>
            </a:p>
          </p:txBody>
        </p:sp>
        <p:grpSp>
          <p:nvGrpSpPr>
            <p:cNvPr id="7" name="ï$ľïḍè">
              <a:extLst>
                <a:ext uri="{FF2B5EF4-FFF2-40B4-BE49-F238E27FC236}">
                  <a16:creationId xmlns:a16="http://schemas.microsoft.com/office/drawing/2014/main" id="{DFCF260A-0E37-4149-FF6D-2C00DCC2B72A}"/>
                </a:ext>
              </a:extLst>
            </p:cNvPr>
            <p:cNvGrpSpPr/>
            <p:nvPr/>
          </p:nvGrpSpPr>
          <p:grpSpPr>
            <a:xfrm>
              <a:off x="1311988" y="3701140"/>
              <a:ext cx="2399400" cy="2146683"/>
              <a:chOff x="1458411" y="3453597"/>
              <a:chExt cx="2399400" cy="2146683"/>
            </a:xfrm>
          </p:grpSpPr>
          <p:sp>
            <p:nvSpPr>
              <p:cNvPr id="17" name="îṡḷiḑè">
                <a:extLst>
                  <a:ext uri="{FF2B5EF4-FFF2-40B4-BE49-F238E27FC236}">
                    <a16:creationId xmlns:a16="http://schemas.microsoft.com/office/drawing/2014/main" id="{2C6A06E5-000F-9AFE-E80D-29D02D09C531}"/>
                  </a:ext>
                </a:extLst>
              </p:cNvPr>
              <p:cNvSpPr txBox="1"/>
              <p:nvPr/>
            </p:nvSpPr>
            <p:spPr>
              <a:xfrm>
                <a:off x="1458411" y="3453597"/>
                <a:ext cx="1238490" cy="707886"/>
              </a:xfrm>
              <a:prstGeom prst="rect">
                <a:avLst/>
              </a:prstGeom>
              <a:noFill/>
            </p:spPr>
            <p:txBody>
              <a:bodyPr wrap="square" rtlCol="0">
                <a:spAutoFit/>
              </a:bodyPr>
              <a:lstStyle/>
              <a:p>
                <a:r>
                  <a:rPr lang="en-US" altLang="zh-CN" sz="4000" b="1" dirty="0">
                    <a:solidFill>
                      <a:schemeClr val="accent1"/>
                    </a:solidFill>
                  </a:rPr>
                  <a:t>01</a:t>
                </a:r>
                <a:endParaRPr lang="zh-CN" altLang="en-US" sz="4000" b="1" dirty="0">
                  <a:solidFill>
                    <a:schemeClr val="accent1"/>
                  </a:solidFill>
                </a:endParaRPr>
              </a:p>
            </p:txBody>
          </p:sp>
          <p:sp>
            <p:nvSpPr>
              <p:cNvPr id="18" name="îśḷîḍé">
                <a:extLst>
                  <a:ext uri="{FF2B5EF4-FFF2-40B4-BE49-F238E27FC236}">
                    <a16:creationId xmlns:a16="http://schemas.microsoft.com/office/drawing/2014/main" id="{D92D3779-4BB8-803E-F3A2-B8C16ADF5F61}"/>
                  </a:ext>
                </a:extLst>
              </p:cNvPr>
              <p:cNvSpPr txBox="1"/>
              <p:nvPr/>
            </p:nvSpPr>
            <p:spPr>
              <a:xfrm>
                <a:off x="1458411" y="4084672"/>
                <a:ext cx="2105968"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lang="zh-CN" altLang="en-US" dirty="0">
                    <a:solidFill>
                      <a:schemeClr val="tx1">
                        <a:lumMod val="75000"/>
                        <a:lumOff val="25000"/>
                      </a:schemeClr>
                    </a:solidFill>
                  </a:rPr>
                  <a:t>输入文本</a:t>
                </a:r>
                <a:endParaRPr lang="en-US" altLang="zh-CN" dirty="0">
                  <a:solidFill>
                    <a:schemeClr val="tx1">
                      <a:lumMod val="75000"/>
                      <a:lumOff val="25000"/>
                    </a:schemeClr>
                  </a:solidFill>
                </a:endParaRPr>
              </a:p>
            </p:txBody>
          </p:sp>
          <p:sp>
            <p:nvSpPr>
              <p:cNvPr id="19" name="iṥ1íḍé">
                <a:extLst>
                  <a:ext uri="{FF2B5EF4-FFF2-40B4-BE49-F238E27FC236}">
                    <a16:creationId xmlns:a16="http://schemas.microsoft.com/office/drawing/2014/main" id="{CAE74AD4-1DEB-F84C-7E29-B4172A8D4A23}"/>
                  </a:ext>
                </a:extLst>
              </p:cNvPr>
              <p:cNvSpPr txBox="1"/>
              <p:nvPr/>
            </p:nvSpPr>
            <p:spPr>
              <a:xfrm>
                <a:off x="1490988" y="4607892"/>
                <a:ext cx="2366823" cy="992388"/>
              </a:xfrm>
              <a:prstGeom prst="rect">
                <a:avLst/>
              </a:prstGeom>
              <a:noFill/>
            </p:spPr>
            <p:txBody>
              <a:bodyPr wrap="square" rtlCol="0">
                <a:spAutoFit/>
              </a:bodyPr>
              <a:lstStyle>
                <a:defPPr>
                  <a:defRPr lang="zh-CN"/>
                </a:defPPr>
                <a:lvl1pPr>
                  <a:lnSpc>
                    <a:spcPts val="1500"/>
                  </a:lnSpc>
                  <a:defRPr sz="900"/>
                </a:lvl1pPr>
              </a:lstStyle>
              <a:p>
                <a:pPr algn="just">
                  <a:lnSpc>
                    <a:spcPct val="170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a:t>
                </a:r>
                <a:endParaRPr lang="en-US" altLang="zh-CN" sz="1100" dirty="0">
                  <a:solidFill>
                    <a:schemeClr val="tx1">
                      <a:lumMod val="50000"/>
                      <a:lumOff val="50000"/>
                    </a:schemeClr>
                  </a:solidFill>
                  <a:cs typeface="+mn-ea"/>
                  <a:sym typeface="+mn-lt"/>
                </a:endParaRPr>
              </a:p>
            </p:txBody>
          </p:sp>
        </p:grpSp>
        <p:grpSp>
          <p:nvGrpSpPr>
            <p:cNvPr id="8" name="îṧļîḓé">
              <a:extLst>
                <a:ext uri="{FF2B5EF4-FFF2-40B4-BE49-F238E27FC236}">
                  <a16:creationId xmlns:a16="http://schemas.microsoft.com/office/drawing/2014/main" id="{ABD08A16-4385-FB94-0344-63EA715EECF8}"/>
                </a:ext>
              </a:extLst>
            </p:cNvPr>
            <p:cNvGrpSpPr/>
            <p:nvPr/>
          </p:nvGrpSpPr>
          <p:grpSpPr>
            <a:xfrm>
              <a:off x="4715035" y="3701140"/>
              <a:ext cx="2259505" cy="2109941"/>
              <a:chOff x="1458410" y="3453597"/>
              <a:chExt cx="2259505" cy="2109941"/>
            </a:xfrm>
          </p:grpSpPr>
          <p:sp>
            <p:nvSpPr>
              <p:cNvPr id="14" name="ïṧľïḍê">
                <a:extLst>
                  <a:ext uri="{FF2B5EF4-FFF2-40B4-BE49-F238E27FC236}">
                    <a16:creationId xmlns:a16="http://schemas.microsoft.com/office/drawing/2014/main" id="{FAA7F618-E884-F9D4-2FBB-C23AF1FF92F3}"/>
                  </a:ext>
                </a:extLst>
              </p:cNvPr>
              <p:cNvSpPr txBox="1"/>
              <p:nvPr/>
            </p:nvSpPr>
            <p:spPr>
              <a:xfrm>
                <a:off x="1458411" y="3453597"/>
                <a:ext cx="1238490" cy="707886"/>
              </a:xfrm>
              <a:prstGeom prst="rect">
                <a:avLst/>
              </a:prstGeom>
              <a:noFill/>
            </p:spPr>
            <p:txBody>
              <a:bodyPr wrap="square" rtlCol="0">
                <a:spAutoFit/>
              </a:bodyPr>
              <a:lstStyle/>
              <a:p>
                <a:r>
                  <a:rPr lang="en-US" altLang="zh-CN" sz="4000" b="1" dirty="0">
                    <a:solidFill>
                      <a:schemeClr val="accent2"/>
                    </a:solidFill>
                  </a:rPr>
                  <a:t>02</a:t>
                </a:r>
                <a:endParaRPr lang="zh-CN" altLang="en-US" sz="4000" b="1" dirty="0">
                  <a:solidFill>
                    <a:schemeClr val="accent2"/>
                  </a:solidFill>
                </a:endParaRPr>
              </a:p>
            </p:txBody>
          </p:sp>
          <p:sp>
            <p:nvSpPr>
              <p:cNvPr id="15" name="ïṩḷîdè">
                <a:extLst>
                  <a:ext uri="{FF2B5EF4-FFF2-40B4-BE49-F238E27FC236}">
                    <a16:creationId xmlns:a16="http://schemas.microsoft.com/office/drawing/2014/main" id="{46ED4CC9-32BC-0E42-5EB9-279AF6BAE6F6}"/>
                  </a:ext>
                </a:extLst>
              </p:cNvPr>
              <p:cNvSpPr txBox="1"/>
              <p:nvPr/>
            </p:nvSpPr>
            <p:spPr>
              <a:xfrm>
                <a:off x="1458411" y="4084672"/>
                <a:ext cx="2105968"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lang="zh-CN" altLang="en-US" dirty="0">
                    <a:solidFill>
                      <a:schemeClr val="tx1">
                        <a:lumMod val="75000"/>
                        <a:lumOff val="25000"/>
                      </a:schemeClr>
                    </a:solidFill>
                  </a:rPr>
                  <a:t>输入文本</a:t>
                </a:r>
                <a:endParaRPr lang="en-US" altLang="zh-CN" dirty="0">
                  <a:solidFill>
                    <a:schemeClr val="tx1">
                      <a:lumMod val="75000"/>
                      <a:lumOff val="25000"/>
                    </a:schemeClr>
                  </a:solidFill>
                </a:endParaRPr>
              </a:p>
            </p:txBody>
          </p:sp>
          <p:sp>
            <p:nvSpPr>
              <p:cNvPr id="16" name="ïSḷïḋè">
                <a:extLst>
                  <a:ext uri="{FF2B5EF4-FFF2-40B4-BE49-F238E27FC236}">
                    <a16:creationId xmlns:a16="http://schemas.microsoft.com/office/drawing/2014/main" id="{125EAA26-29A7-6856-E16D-8635CE7F5A2F}"/>
                  </a:ext>
                </a:extLst>
              </p:cNvPr>
              <p:cNvSpPr txBox="1"/>
              <p:nvPr/>
            </p:nvSpPr>
            <p:spPr>
              <a:xfrm>
                <a:off x="1458410" y="4607892"/>
                <a:ext cx="2259505" cy="955646"/>
              </a:xfrm>
              <a:prstGeom prst="rect">
                <a:avLst/>
              </a:prstGeom>
              <a:noFill/>
            </p:spPr>
            <p:txBody>
              <a:bodyPr wrap="square" rtlCol="0">
                <a:spAutoFit/>
              </a:bodyPr>
              <a:lstStyle>
                <a:defPPr>
                  <a:defRPr lang="zh-CN"/>
                </a:defPPr>
                <a:lvl1pPr>
                  <a:lnSpc>
                    <a:spcPts val="1500"/>
                  </a:lnSpc>
                  <a:defRPr sz="900"/>
                </a:lvl1pPr>
              </a:lstStyle>
              <a:p>
                <a:pPr algn="just">
                  <a:lnSpc>
                    <a:spcPct val="170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a:t>
                </a:r>
                <a:endParaRPr lang="en-US" altLang="zh-CN" sz="1100" dirty="0">
                  <a:solidFill>
                    <a:schemeClr val="tx1">
                      <a:lumMod val="50000"/>
                      <a:lumOff val="50000"/>
                    </a:schemeClr>
                  </a:solidFill>
                  <a:cs typeface="+mn-ea"/>
                  <a:sym typeface="+mn-lt"/>
                </a:endParaRPr>
              </a:p>
            </p:txBody>
          </p:sp>
        </p:grpSp>
        <p:grpSp>
          <p:nvGrpSpPr>
            <p:cNvPr id="9" name="íSļíḋé">
              <a:extLst>
                <a:ext uri="{FF2B5EF4-FFF2-40B4-BE49-F238E27FC236}">
                  <a16:creationId xmlns:a16="http://schemas.microsoft.com/office/drawing/2014/main" id="{8CC5D735-B7E7-3FB4-1D6A-341447F0B864}"/>
                </a:ext>
              </a:extLst>
            </p:cNvPr>
            <p:cNvGrpSpPr/>
            <p:nvPr/>
          </p:nvGrpSpPr>
          <p:grpSpPr>
            <a:xfrm>
              <a:off x="8118085" y="3701140"/>
              <a:ext cx="2366822" cy="2109744"/>
              <a:chOff x="1458411" y="3453597"/>
              <a:chExt cx="2366822" cy="2109744"/>
            </a:xfrm>
          </p:grpSpPr>
          <p:sp>
            <p:nvSpPr>
              <p:cNvPr id="11" name="íṩḷïḋé">
                <a:extLst>
                  <a:ext uri="{FF2B5EF4-FFF2-40B4-BE49-F238E27FC236}">
                    <a16:creationId xmlns:a16="http://schemas.microsoft.com/office/drawing/2014/main" id="{1185022F-8C9D-6FF1-7479-C1A4A3D6EA40}"/>
                  </a:ext>
                </a:extLst>
              </p:cNvPr>
              <p:cNvSpPr txBox="1"/>
              <p:nvPr/>
            </p:nvSpPr>
            <p:spPr>
              <a:xfrm>
                <a:off x="1458411" y="3453597"/>
                <a:ext cx="1238490" cy="707886"/>
              </a:xfrm>
              <a:prstGeom prst="rect">
                <a:avLst/>
              </a:prstGeom>
              <a:noFill/>
            </p:spPr>
            <p:txBody>
              <a:bodyPr wrap="square" rtlCol="0">
                <a:spAutoFit/>
              </a:bodyPr>
              <a:lstStyle/>
              <a:p>
                <a:r>
                  <a:rPr lang="en-US" altLang="zh-CN" sz="4000" b="1" dirty="0">
                    <a:solidFill>
                      <a:schemeClr val="accent1"/>
                    </a:solidFill>
                  </a:rPr>
                  <a:t>03</a:t>
                </a:r>
                <a:endParaRPr lang="zh-CN" altLang="en-US" sz="4000" b="1" dirty="0">
                  <a:solidFill>
                    <a:schemeClr val="accent1"/>
                  </a:solidFill>
                </a:endParaRPr>
              </a:p>
            </p:txBody>
          </p:sp>
          <p:sp>
            <p:nvSpPr>
              <p:cNvPr id="12" name="ï$ļiḋê">
                <a:extLst>
                  <a:ext uri="{FF2B5EF4-FFF2-40B4-BE49-F238E27FC236}">
                    <a16:creationId xmlns:a16="http://schemas.microsoft.com/office/drawing/2014/main" id="{BB47538C-CDAA-542D-ADFA-C3C5D4E8C423}"/>
                  </a:ext>
                </a:extLst>
              </p:cNvPr>
              <p:cNvSpPr txBox="1"/>
              <p:nvPr/>
            </p:nvSpPr>
            <p:spPr>
              <a:xfrm>
                <a:off x="1458411" y="4084672"/>
                <a:ext cx="2105968"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lang="zh-CN" altLang="en-US" dirty="0">
                    <a:solidFill>
                      <a:schemeClr val="tx1">
                        <a:lumMod val="75000"/>
                        <a:lumOff val="25000"/>
                      </a:schemeClr>
                    </a:solidFill>
                  </a:rPr>
                  <a:t>输入文本</a:t>
                </a:r>
                <a:endParaRPr lang="en-US" altLang="zh-CN" dirty="0">
                  <a:solidFill>
                    <a:schemeClr val="tx1">
                      <a:lumMod val="75000"/>
                      <a:lumOff val="25000"/>
                    </a:schemeClr>
                  </a:solidFill>
                </a:endParaRPr>
              </a:p>
            </p:txBody>
          </p:sp>
          <p:sp>
            <p:nvSpPr>
              <p:cNvPr id="13" name="iṧḷïḑê">
                <a:extLst>
                  <a:ext uri="{FF2B5EF4-FFF2-40B4-BE49-F238E27FC236}">
                    <a16:creationId xmlns:a16="http://schemas.microsoft.com/office/drawing/2014/main" id="{1246FA45-120A-DAA6-35DA-CDFD33333C92}"/>
                  </a:ext>
                </a:extLst>
              </p:cNvPr>
              <p:cNvSpPr txBox="1"/>
              <p:nvPr/>
            </p:nvSpPr>
            <p:spPr>
              <a:xfrm>
                <a:off x="1458411" y="4607695"/>
                <a:ext cx="2366822" cy="955646"/>
              </a:xfrm>
              <a:prstGeom prst="rect">
                <a:avLst/>
              </a:prstGeom>
              <a:noFill/>
            </p:spPr>
            <p:txBody>
              <a:bodyPr wrap="square" rtlCol="0">
                <a:spAutoFit/>
              </a:bodyPr>
              <a:lstStyle>
                <a:defPPr>
                  <a:defRPr lang="zh-CN"/>
                </a:defPPr>
                <a:lvl1pPr>
                  <a:lnSpc>
                    <a:spcPts val="1500"/>
                  </a:lnSpc>
                  <a:defRPr sz="900"/>
                </a:lvl1pPr>
              </a:lstStyle>
              <a:p>
                <a:pPr algn="just">
                  <a:lnSpc>
                    <a:spcPct val="170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a:t>
                </a:r>
                <a:endParaRPr lang="en-US" altLang="zh-CN" sz="1100" dirty="0">
                  <a:solidFill>
                    <a:schemeClr val="tx1">
                      <a:lumMod val="50000"/>
                      <a:lumOff val="50000"/>
                    </a:schemeClr>
                  </a:solidFill>
                  <a:cs typeface="+mn-ea"/>
                  <a:sym typeface="+mn-lt"/>
                </a:endParaRPr>
              </a:p>
            </p:txBody>
          </p:sp>
        </p:grpSp>
        <p:sp>
          <p:nvSpPr>
            <p:cNvPr id="10" name="ïṡľîḑè"/>
            <p:cNvSpPr/>
            <p:nvPr/>
          </p:nvSpPr>
          <p:spPr>
            <a:xfrm>
              <a:off x="8566067" y="0"/>
              <a:ext cx="3625933" cy="3503629"/>
            </a:xfrm>
            <a:custGeom>
              <a:avLst/>
              <a:gdLst>
                <a:gd name="connsiteX0" fmla="*/ 273551 w 3625933"/>
                <a:gd name="connsiteY0" fmla="*/ 0 h 3503629"/>
                <a:gd name="connsiteX1" fmla="*/ 1798974 w 3625933"/>
                <a:gd name="connsiteY1" fmla="*/ 0 h 3503629"/>
                <a:gd name="connsiteX2" fmla="*/ 1640156 w 3625933"/>
                <a:gd name="connsiteY2" fmla="*/ 99716 h 3503629"/>
                <a:gd name="connsiteX3" fmla="*/ 1168381 w 3625933"/>
                <a:gd name="connsiteY3" fmla="*/ 1386644 h 3503629"/>
                <a:gd name="connsiteX4" fmla="*/ 2360705 w 3625933"/>
                <a:gd name="connsiteY4" fmla="*/ 2366562 h 3503629"/>
                <a:gd name="connsiteX5" fmla="*/ 3592980 w 3625933"/>
                <a:gd name="connsiteY5" fmla="*/ 1588295 h 3503629"/>
                <a:gd name="connsiteX6" fmla="*/ 3625933 w 3625933"/>
                <a:gd name="connsiteY6" fmla="*/ 1499200 h 3503629"/>
                <a:gd name="connsiteX7" fmla="*/ 3625933 w 3625933"/>
                <a:gd name="connsiteY7" fmla="*/ 3178255 h 3503629"/>
                <a:gd name="connsiteX8" fmla="*/ 3463702 w 3625933"/>
                <a:gd name="connsiteY8" fmla="*/ 3264457 h 3503629"/>
                <a:gd name="connsiteX9" fmla="*/ 2313476 w 3625933"/>
                <a:gd name="connsiteY9" fmla="*/ 3501562 h 3503629"/>
                <a:gd name="connsiteX10" fmla="*/ 60418 w 3625933"/>
                <a:gd name="connsiteY10" fmla="*/ 1637412 h 3503629"/>
                <a:gd name="connsiteX11" fmla="*/ 221197 w 3625933"/>
                <a:gd name="connsiteY11" fmla="*/ 102080 h 35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5933" h="3503629">
                  <a:moveTo>
                    <a:pt x="273551" y="0"/>
                  </a:moveTo>
                  <a:lnTo>
                    <a:pt x="1798974" y="0"/>
                  </a:lnTo>
                  <a:lnTo>
                    <a:pt x="1640156" y="99716"/>
                  </a:lnTo>
                  <a:cubicBezTo>
                    <a:pt x="1246214" y="395679"/>
                    <a:pt x="1055104" y="897289"/>
                    <a:pt x="1168381" y="1386644"/>
                  </a:cubicBezTo>
                  <a:cubicBezTo>
                    <a:pt x="1296883" y="1941769"/>
                    <a:pt x="1785267" y="2343150"/>
                    <a:pt x="2360705" y="2366562"/>
                  </a:cubicBezTo>
                  <a:cubicBezTo>
                    <a:pt x="2899406" y="2388480"/>
                    <a:pt x="3389691" y="2074058"/>
                    <a:pt x="3592980" y="1588295"/>
                  </a:cubicBezTo>
                  <a:lnTo>
                    <a:pt x="3625933" y="1499200"/>
                  </a:lnTo>
                  <a:lnTo>
                    <a:pt x="3625933" y="3178255"/>
                  </a:lnTo>
                  <a:lnTo>
                    <a:pt x="3463702" y="3264457"/>
                  </a:lnTo>
                  <a:cubicBezTo>
                    <a:pt x="3114285" y="3432574"/>
                    <a:pt x="2721224" y="3518329"/>
                    <a:pt x="2313476" y="3501562"/>
                  </a:cubicBezTo>
                  <a:cubicBezTo>
                    <a:pt x="1225324" y="3456816"/>
                    <a:pt x="302193" y="2693030"/>
                    <a:pt x="60418" y="1637412"/>
                  </a:cubicBezTo>
                  <a:cubicBezTo>
                    <a:pt x="-60944" y="1107530"/>
                    <a:pt x="4479" y="570198"/>
                    <a:pt x="221197" y="102080"/>
                  </a:cubicBezTo>
                  <a:close/>
                </a:path>
              </a:pathLst>
            </a:custGeom>
            <a:blipFill dpi="0" rotWithShape="1">
              <a:blip r:embed="rId3"/>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p>
          </p:txBody>
        </p:sp>
      </p:grpSp>
      <p:grpSp>
        <p:nvGrpSpPr>
          <p:cNvPr id="25" name="组合 2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6"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产品投放分析</a:t>
              </a:r>
            </a:p>
          </p:txBody>
        </p:sp>
        <p:sp>
          <p:nvSpPr>
            <p:cNvPr id="27"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8" name="椭圆 27">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3576971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r>
                <a:rPr lang="zh-CN" altLang="en-US" sz="7200" dirty="0">
                  <a:solidFill>
                    <a:schemeClr val="tx1">
                      <a:lumMod val="75000"/>
                      <a:lumOff val="25000"/>
                    </a:schemeClr>
                  </a:solidFill>
                  <a:latin typeface="思源宋体 CN Heavy" panose="02020900000000000000" pitchFamily="18" charset="-122"/>
                  <a:ea typeface="思源宋体 CN Heavy" panose="02020900000000000000" pitchFamily="18" charset="-122"/>
                </a:rPr>
                <a:t>市场调查结果</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1100" dirty="0">
                  <a:solidFill>
                    <a:schemeClr val="tx1">
                      <a:lumMod val="50000"/>
                      <a:lumOff val="50000"/>
                    </a:schemeClr>
                  </a:solidFill>
                  <a:latin typeface="+mn-ea"/>
                  <a:cs typeface="+mn-ea"/>
                  <a:sym typeface="+mn-lt"/>
                </a:rPr>
                <a:t>Adjust the spacing to adapt to Chinese typesetting, use the reference line in PPT. Theme color makes PPT more </a:t>
              </a:r>
              <a:r>
                <a:rPr lang="en-US" altLang="zh-CN" dirty="0">
                  <a:solidFill>
                    <a:schemeClr val="tx1">
                      <a:lumMod val="50000"/>
                      <a:lumOff val="50000"/>
                    </a:schemeClr>
                  </a:solidFill>
                  <a:latin typeface="+mn-ea"/>
                  <a:cs typeface="+mn-ea"/>
                  <a:sym typeface="+mn-lt"/>
                </a:rPr>
                <a:t>convenient</a:t>
              </a:r>
              <a:r>
                <a:rPr lang="en-US" altLang="zh-CN" sz="1100" dirty="0">
                  <a:solidFill>
                    <a:schemeClr val="tx1">
                      <a:lumMod val="50000"/>
                      <a:lumOff val="50000"/>
                    </a:schemeClr>
                  </a:solidFill>
                  <a:latin typeface="+mn-ea"/>
                  <a:cs typeface="+mn-ea"/>
                  <a:sym typeface="+mn-lt"/>
                </a:rPr>
                <a:t> to change. </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PART-03</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8817897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06A84E9-86B5-5DC0-4FA7-CD9708F5B289}"/>
              </a:ext>
            </a:extLst>
          </p:cNvPr>
          <p:cNvGrpSpPr/>
          <p:nvPr/>
        </p:nvGrpSpPr>
        <p:grpSpPr>
          <a:xfrm>
            <a:off x="823352" y="1585074"/>
            <a:ext cx="10695548" cy="4455034"/>
            <a:chOff x="823352" y="1585074"/>
            <a:chExt cx="10695548" cy="4455034"/>
          </a:xfrm>
        </p:grpSpPr>
        <p:sp>
          <p:nvSpPr>
            <p:cNvPr id="4" name="îśļïḋè">
              <a:extLst>
                <a:ext uri="{FF2B5EF4-FFF2-40B4-BE49-F238E27FC236}">
                  <a16:creationId xmlns:a16="http://schemas.microsoft.com/office/drawing/2014/main" id="{C88A7F1A-DB1B-500C-7465-F7FF8588B4B9}"/>
                </a:ext>
              </a:extLst>
            </p:cNvPr>
            <p:cNvSpPr/>
            <p:nvPr/>
          </p:nvSpPr>
          <p:spPr>
            <a:xfrm>
              <a:off x="823352" y="4459015"/>
              <a:ext cx="10695548" cy="1581093"/>
            </a:xfrm>
            <a:prstGeom prst="roundRect">
              <a:avLst>
                <a:gd name="adj" fmla="val 9438"/>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îşľiḑé">
              <a:extLst>
                <a:ext uri="{FF2B5EF4-FFF2-40B4-BE49-F238E27FC236}">
                  <a16:creationId xmlns:a16="http://schemas.microsoft.com/office/drawing/2014/main" id="{B3050972-85FD-E6E5-5C16-2B2D6E6695B4}"/>
                </a:ext>
              </a:extLst>
            </p:cNvPr>
            <p:cNvGrpSpPr/>
            <p:nvPr/>
          </p:nvGrpSpPr>
          <p:grpSpPr>
            <a:xfrm>
              <a:off x="823354" y="1585074"/>
              <a:ext cx="2553386" cy="2555127"/>
              <a:chOff x="823354" y="1673974"/>
              <a:chExt cx="2553386" cy="2555127"/>
            </a:xfrm>
          </p:grpSpPr>
          <p:sp>
            <p:nvSpPr>
              <p:cNvPr id="25" name="ïṥ1íḍê">
                <a:extLst>
                  <a:ext uri="{FF2B5EF4-FFF2-40B4-BE49-F238E27FC236}">
                    <a16:creationId xmlns:a16="http://schemas.microsoft.com/office/drawing/2014/main" id="{9EC61772-3936-2CD1-9DB2-C52D8265FDED}"/>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î$ľíḑê">
                <a:extLst>
                  <a:ext uri="{FF2B5EF4-FFF2-40B4-BE49-F238E27FC236}">
                    <a16:creationId xmlns:a16="http://schemas.microsoft.com/office/drawing/2014/main" id="{79637D2E-2961-13FF-EF81-B6E19E4331F0}"/>
                  </a:ext>
                </a:extLst>
              </p:cNvPr>
              <p:cNvGrpSpPr/>
              <p:nvPr/>
            </p:nvGrpSpPr>
            <p:grpSpPr>
              <a:xfrm>
                <a:off x="823354" y="1673974"/>
                <a:ext cx="2553386" cy="1766479"/>
                <a:chOff x="6774975" y="1996551"/>
                <a:chExt cx="2553386" cy="1766479"/>
              </a:xfrm>
            </p:grpSpPr>
            <p:sp>
              <p:nvSpPr>
                <p:cNvPr id="27" name="îṥḻîḓé">
                  <a:extLst>
                    <a:ext uri="{FF2B5EF4-FFF2-40B4-BE49-F238E27FC236}">
                      <a16:creationId xmlns:a16="http://schemas.microsoft.com/office/drawing/2014/main" id="{49D096B6-5023-FDD6-F93B-CFDC32A59C9C}"/>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lang="zh-CN" altLang="en-US" sz="1000" dirty="0">
                      <a:solidFill>
                        <a:schemeClr val="tx1">
                          <a:lumMod val="50000"/>
                          <a:lumOff val="50000"/>
                        </a:schemeClr>
                      </a:solidFill>
                      <a:cs typeface="+mn-ea"/>
                      <a:sym typeface="+mn-lt"/>
                    </a:rPr>
                    <a:t>在此输入您的文本内容或者复制粘贴文字内容到此处在此输入您的文本内容或者复制粘贴文字内容到此处</a:t>
                  </a:r>
                  <a:endParaRPr lang="en-US" altLang="zh-CN" sz="1000" dirty="0">
                    <a:solidFill>
                      <a:schemeClr val="tx1">
                        <a:lumMod val="50000"/>
                        <a:lumOff val="50000"/>
                      </a:schemeClr>
                    </a:solidFill>
                    <a:cs typeface="+mn-ea"/>
                    <a:sym typeface="+mn-lt"/>
                  </a:endParaRPr>
                </a:p>
              </p:txBody>
            </p:sp>
            <p:sp>
              <p:nvSpPr>
                <p:cNvPr id="28" name="ïšḷiḍe">
                  <a:extLst>
                    <a:ext uri="{FF2B5EF4-FFF2-40B4-BE49-F238E27FC236}">
                      <a16:creationId xmlns:a16="http://schemas.microsoft.com/office/drawing/2014/main" id="{75D7C92A-5F4B-D31F-2A86-0F57AF5CB7A6}"/>
                    </a:ext>
                  </a:extLst>
                </p:cNvPr>
                <p:cNvSpPr txBox="1"/>
                <p:nvPr/>
              </p:nvSpPr>
              <p:spPr>
                <a:xfrm>
                  <a:off x="6774975" y="1996551"/>
                  <a:ext cx="2553386" cy="519351"/>
                </a:xfrm>
                <a:prstGeom prst="roundRect">
                  <a:avLst>
                    <a:gd name="adj" fmla="val 50000"/>
                  </a:avLst>
                </a:prstGeom>
                <a:solidFill>
                  <a:schemeClr val="accent2"/>
                </a:solidFill>
              </p:spPr>
              <p:txBody>
                <a:bodyPr wrap="square" lIns="91440" tIns="45720" rIns="91440" bIns="45720" rtlCol="0" anchor="b" anchorCtr="0">
                  <a:spAutoFit/>
                </a:bodyPr>
                <a:lstStyle/>
                <a:p>
                  <a:pPr algn="ctr"/>
                  <a:r>
                    <a:rPr kumimoji="1" lang="zh-CN" altLang="en-US" b="1" dirty="0">
                      <a:solidFill>
                        <a:schemeClr val="lt1">
                          <a:lumMod val="100000"/>
                        </a:schemeClr>
                      </a:solidFill>
                    </a:rPr>
                    <a:t>输入文本</a:t>
                  </a:r>
                  <a:endParaRPr kumimoji="1" lang="en-US" altLang="zh-CN" b="1" dirty="0">
                    <a:solidFill>
                      <a:schemeClr val="lt1">
                        <a:lumMod val="100000"/>
                      </a:schemeClr>
                    </a:solidFill>
                  </a:endParaRPr>
                </a:p>
              </p:txBody>
            </p:sp>
          </p:grpSp>
        </p:grpSp>
        <p:sp>
          <p:nvSpPr>
            <p:cNvPr id="6" name="îṡlîďè">
              <a:extLst>
                <a:ext uri="{FF2B5EF4-FFF2-40B4-BE49-F238E27FC236}">
                  <a16:creationId xmlns:a16="http://schemas.microsoft.com/office/drawing/2014/main" id="{593D2398-47B0-5D4A-4D9C-032CEA3B7C71}"/>
                </a:ext>
              </a:extLst>
            </p:cNvPr>
            <p:cNvSpPr txBox="1"/>
            <p:nvPr/>
          </p:nvSpPr>
          <p:spPr>
            <a:xfrm>
              <a:off x="1624106"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2"/>
                  </a:solidFill>
                </a:rPr>
                <a:t>S</a:t>
              </a:r>
            </a:p>
          </p:txBody>
        </p:sp>
        <p:sp>
          <p:nvSpPr>
            <p:cNvPr id="7" name="î$ľiḍè">
              <a:extLst>
                <a:ext uri="{FF2B5EF4-FFF2-40B4-BE49-F238E27FC236}">
                  <a16:creationId xmlns:a16="http://schemas.microsoft.com/office/drawing/2014/main" id="{0010429A-3A2B-1BFC-FF92-70E25ABCC79F}"/>
                </a:ext>
              </a:extLst>
            </p:cNvPr>
            <p:cNvSpPr txBox="1"/>
            <p:nvPr/>
          </p:nvSpPr>
          <p:spPr>
            <a:xfrm>
              <a:off x="4320679"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1"/>
                  </a:solidFill>
                </a:rPr>
                <a:t>W</a:t>
              </a:r>
            </a:p>
          </p:txBody>
        </p:sp>
        <p:sp>
          <p:nvSpPr>
            <p:cNvPr id="8" name="iş1îḓé">
              <a:extLst>
                <a:ext uri="{FF2B5EF4-FFF2-40B4-BE49-F238E27FC236}">
                  <a16:creationId xmlns:a16="http://schemas.microsoft.com/office/drawing/2014/main" id="{DDD8EB09-9599-F174-1C8F-A373B5E03F9F}"/>
                </a:ext>
              </a:extLst>
            </p:cNvPr>
            <p:cNvSpPr txBox="1"/>
            <p:nvPr/>
          </p:nvSpPr>
          <p:spPr>
            <a:xfrm>
              <a:off x="7017252"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2"/>
                  </a:solidFill>
                </a:rPr>
                <a:t>O</a:t>
              </a:r>
            </a:p>
          </p:txBody>
        </p:sp>
        <p:sp>
          <p:nvSpPr>
            <p:cNvPr id="9" name="îsļîḍé">
              <a:extLst>
                <a:ext uri="{FF2B5EF4-FFF2-40B4-BE49-F238E27FC236}">
                  <a16:creationId xmlns:a16="http://schemas.microsoft.com/office/drawing/2014/main" id="{8D3A4B6D-AC0F-EC53-4EFC-30DA93C296DC}"/>
                </a:ext>
              </a:extLst>
            </p:cNvPr>
            <p:cNvSpPr txBox="1"/>
            <p:nvPr/>
          </p:nvSpPr>
          <p:spPr>
            <a:xfrm>
              <a:off x="9713826" y="4772508"/>
              <a:ext cx="1011158" cy="1200329"/>
            </a:xfrm>
            <a:prstGeom prst="rect">
              <a:avLst/>
            </a:prstGeom>
            <a:noFill/>
          </p:spPr>
          <p:txBody>
            <a:bodyPr wrap="square" lIns="91440" tIns="45720" rIns="91440" bIns="45720" rtlCol="0" anchor="b" anchorCtr="0">
              <a:spAutoFit/>
            </a:bodyPr>
            <a:lstStyle/>
            <a:p>
              <a:pPr algn="ctr"/>
              <a:r>
                <a:rPr kumimoji="1" lang="en-US" altLang="zh-CN" sz="7200" b="1" dirty="0">
                  <a:solidFill>
                    <a:schemeClr val="accent1"/>
                  </a:solidFill>
                </a:rPr>
                <a:t>T</a:t>
              </a:r>
            </a:p>
          </p:txBody>
        </p:sp>
        <p:grpSp>
          <p:nvGrpSpPr>
            <p:cNvPr id="10" name="íşlïḋé">
              <a:extLst>
                <a:ext uri="{FF2B5EF4-FFF2-40B4-BE49-F238E27FC236}">
                  <a16:creationId xmlns:a16="http://schemas.microsoft.com/office/drawing/2014/main" id="{6F0145E4-7659-5A2C-72C5-BBF90AD05383}"/>
                </a:ext>
              </a:extLst>
            </p:cNvPr>
            <p:cNvGrpSpPr/>
            <p:nvPr/>
          </p:nvGrpSpPr>
          <p:grpSpPr>
            <a:xfrm>
              <a:off x="3537407" y="1585074"/>
              <a:ext cx="2553386" cy="2555127"/>
              <a:chOff x="823354" y="1673974"/>
              <a:chExt cx="2553386" cy="2555127"/>
            </a:xfrm>
          </p:grpSpPr>
          <p:sp>
            <p:nvSpPr>
              <p:cNvPr id="21" name="ïṧ1ïḑe">
                <a:extLst>
                  <a:ext uri="{FF2B5EF4-FFF2-40B4-BE49-F238E27FC236}">
                    <a16:creationId xmlns:a16="http://schemas.microsoft.com/office/drawing/2014/main" id="{861B3387-B7E7-17FD-184A-319B8F84171C}"/>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2" name="ïSľïḓè">
                <a:extLst>
                  <a:ext uri="{FF2B5EF4-FFF2-40B4-BE49-F238E27FC236}">
                    <a16:creationId xmlns:a16="http://schemas.microsoft.com/office/drawing/2014/main" id="{0FFF432F-65DD-BC70-6ABA-00A69F745883}"/>
                  </a:ext>
                </a:extLst>
              </p:cNvPr>
              <p:cNvGrpSpPr/>
              <p:nvPr/>
            </p:nvGrpSpPr>
            <p:grpSpPr>
              <a:xfrm>
                <a:off x="823354" y="1673974"/>
                <a:ext cx="2553386" cy="1766479"/>
                <a:chOff x="6774975" y="1996551"/>
                <a:chExt cx="2553386" cy="1766479"/>
              </a:xfrm>
            </p:grpSpPr>
            <p:sp>
              <p:nvSpPr>
                <p:cNvPr id="23" name="îṩ1îḍé">
                  <a:extLst>
                    <a:ext uri="{FF2B5EF4-FFF2-40B4-BE49-F238E27FC236}">
                      <a16:creationId xmlns:a16="http://schemas.microsoft.com/office/drawing/2014/main" id="{70B4FF0A-50C4-F94E-6D49-7BBAF2D9AC52}"/>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lang="zh-CN" altLang="en-US" sz="1000" dirty="0">
                      <a:solidFill>
                        <a:schemeClr val="tx1">
                          <a:lumMod val="50000"/>
                          <a:lumOff val="50000"/>
                        </a:schemeClr>
                      </a:solidFill>
                      <a:cs typeface="+mn-ea"/>
                      <a:sym typeface="+mn-lt"/>
                    </a:rPr>
                    <a:t>在此输入您的文本内容或者复制粘贴文字内容到此处在此输入您的文本内容或者复制粘贴文字内容到此处</a:t>
                  </a:r>
                  <a:endParaRPr lang="en-US" altLang="zh-CN" sz="1000" dirty="0">
                    <a:solidFill>
                      <a:schemeClr val="tx1">
                        <a:lumMod val="50000"/>
                        <a:lumOff val="50000"/>
                      </a:schemeClr>
                    </a:solidFill>
                    <a:cs typeface="+mn-ea"/>
                    <a:sym typeface="+mn-lt"/>
                  </a:endParaRPr>
                </a:p>
              </p:txBody>
            </p:sp>
            <p:sp>
              <p:nvSpPr>
                <p:cNvPr id="24" name="ís1iḍè">
                  <a:extLst>
                    <a:ext uri="{FF2B5EF4-FFF2-40B4-BE49-F238E27FC236}">
                      <a16:creationId xmlns:a16="http://schemas.microsoft.com/office/drawing/2014/main" id="{6A4EDC4C-5975-D5E0-0659-DC0BB7A1D30F}"/>
                    </a:ext>
                  </a:extLst>
                </p:cNvPr>
                <p:cNvSpPr txBox="1"/>
                <p:nvPr/>
              </p:nvSpPr>
              <p:spPr>
                <a:xfrm>
                  <a:off x="6774975" y="1996551"/>
                  <a:ext cx="2553386" cy="519351"/>
                </a:xfrm>
                <a:prstGeom prst="roundRect">
                  <a:avLst>
                    <a:gd name="adj" fmla="val 50000"/>
                  </a:avLst>
                </a:prstGeom>
                <a:solidFill>
                  <a:schemeClr val="accent1"/>
                </a:solidFill>
              </p:spPr>
              <p:txBody>
                <a:bodyPr wrap="square" lIns="91440" tIns="45720" rIns="91440" bIns="45720" rtlCol="0" anchor="b" anchorCtr="0">
                  <a:spAutoFit/>
                </a:bodyPr>
                <a:lstStyle/>
                <a:p>
                  <a:pPr algn="ctr"/>
                  <a:r>
                    <a:rPr kumimoji="1" lang="zh-CN" altLang="en-US" b="1" dirty="0">
                      <a:solidFill>
                        <a:schemeClr val="lt1">
                          <a:lumMod val="100000"/>
                        </a:schemeClr>
                      </a:solidFill>
                    </a:rPr>
                    <a:t>输入文本</a:t>
                  </a:r>
                  <a:endParaRPr kumimoji="1" lang="en-US" altLang="zh-CN" b="1" dirty="0">
                    <a:solidFill>
                      <a:schemeClr val="lt1">
                        <a:lumMod val="100000"/>
                      </a:schemeClr>
                    </a:solidFill>
                  </a:endParaRPr>
                </a:p>
              </p:txBody>
            </p:sp>
          </p:grpSp>
        </p:grpSp>
        <p:grpSp>
          <p:nvGrpSpPr>
            <p:cNvPr id="11" name="îşḻíḋê">
              <a:extLst>
                <a:ext uri="{FF2B5EF4-FFF2-40B4-BE49-F238E27FC236}">
                  <a16:creationId xmlns:a16="http://schemas.microsoft.com/office/drawing/2014/main" id="{D078AEEB-8D73-B64A-2998-1AF7561B40FB}"/>
                </a:ext>
              </a:extLst>
            </p:cNvPr>
            <p:cNvGrpSpPr/>
            <p:nvPr/>
          </p:nvGrpSpPr>
          <p:grpSpPr>
            <a:xfrm>
              <a:off x="6251460" y="1585074"/>
              <a:ext cx="2553386" cy="2555127"/>
              <a:chOff x="823354" y="1673974"/>
              <a:chExt cx="2553386" cy="2555127"/>
            </a:xfrm>
          </p:grpSpPr>
          <p:sp>
            <p:nvSpPr>
              <p:cNvPr id="17" name="iṧḻîdé">
                <a:extLst>
                  <a:ext uri="{FF2B5EF4-FFF2-40B4-BE49-F238E27FC236}">
                    <a16:creationId xmlns:a16="http://schemas.microsoft.com/office/drawing/2014/main" id="{169A7BE4-991B-812E-3028-266778676B6F}"/>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8" name="ísliďé">
                <a:extLst>
                  <a:ext uri="{FF2B5EF4-FFF2-40B4-BE49-F238E27FC236}">
                    <a16:creationId xmlns:a16="http://schemas.microsoft.com/office/drawing/2014/main" id="{DD28DD5A-EB09-8AF8-4F4A-9EF58F577BCB}"/>
                  </a:ext>
                </a:extLst>
              </p:cNvPr>
              <p:cNvGrpSpPr/>
              <p:nvPr/>
            </p:nvGrpSpPr>
            <p:grpSpPr>
              <a:xfrm>
                <a:off x="823354" y="1673974"/>
                <a:ext cx="2553386" cy="1766479"/>
                <a:chOff x="6774975" y="1996551"/>
                <a:chExt cx="2553386" cy="1766479"/>
              </a:xfrm>
            </p:grpSpPr>
            <p:sp>
              <p:nvSpPr>
                <p:cNvPr id="19" name="iŝľiḋê">
                  <a:extLst>
                    <a:ext uri="{FF2B5EF4-FFF2-40B4-BE49-F238E27FC236}">
                      <a16:creationId xmlns:a16="http://schemas.microsoft.com/office/drawing/2014/main" id="{C2768083-BADF-169B-0F3A-08D7EAD80FF4}"/>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lang="zh-CN" altLang="en-US" sz="1000" dirty="0">
                      <a:solidFill>
                        <a:schemeClr val="tx1">
                          <a:lumMod val="50000"/>
                          <a:lumOff val="50000"/>
                        </a:schemeClr>
                      </a:solidFill>
                      <a:cs typeface="+mn-ea"/>
                      <a:sym typeface="+mn-lt"/>
                    </a:rPr>
                    <a:t>在此输入您的文本内容或者复制粘贴文字内容到此处在此输入您的文本内容或者复制粘贴文字内容到此处</a:t>
                  </a:r>
                  <a:endParaRPr lang="en-US" altLang="zh-CN" sz="1000" dirty="0">
                    <a:solidFill>
                      <a:schemeClr val="tx1">
                        <a:lumMod val="50000"/>
                        <a:lumOff val="50000"/>
                      </a:schemeClr>
                    </a:solidFill>
                    <a:cs typeface="+mn-ea"/>
                    <a:sym typeface="+mn-lt"/>
                  </a:endParaRPr>
                </a:p>
              </p:txBody>
            </p:sp>
            <p:sp>
              <p:nvSpPr>
                <p:cNvPr id="20" name="îšļîḍe">
                  <a:extLst>
                    <a:ext uri="{FF2B5EF4-FFF2-40B4-BE49-F238E27FC236}">
                      <a16:creationId xmlns:a16="http://schemas.microsoft.com/office/drawing/2014/main" id="{4DF63DD6-E5F6-FA33-06DC-617DA8DECEEE}"/>
                    </a:ext>
                  </a:extLst>
                </p:cNvPr>
                <p:cNvSpPr txBox="1"/>
                <p:nvPr/>
              </p:nvSpPr>
              <p:spPr>
                <a:xfrm>
                  <a:off x="6774975" y="1996551"/>
                  <a:ext cx="2553386" cy="519351"/>
                </a:xfrm>
                <a:prstGeom prst="roundRect">
                  <a:avLst>
                    <a:gd name="adj" fmla="val 50000"/>
                  </a:avLst>
                </a:prstGeom>
                <a:solidFill>
                  <a:schemeClr val="accent2"/>
                </a:solidFill>
              </p:spPr>
              <p:txBody>
                <a:bodyPr wrap="square" lIns="91440" tIns="45720" rIns="91440" bIns="45720" rtlCol="0" anchor="b" anchorCtr="0">
                  <a:spAutoFit/>
                </a:bodyPr>
                <a:lstStyle/>
                <a:p>
                  <a:pPr algn="ctr"/>
                  <a:r>
                    <a:rPr kumimoji="1" lang="zh-CN" altLang="en-US" b="1" dirty="0">
                      <a:solidFill>
                        <a:schemeClr val="lt1">
                          <a:lumMod val="100000"/>
                        </a:schemeClr>
                      </a:solidFill>
                    </a:rPr>
                    <a:t>输入文本</a:t>
                  </a:r>
                  <a:endParaRPr kumimoji="1" lang="en-US" altLang="zh-CN" b="1" dirty="0">
                    <a:solidFill>
                      <a:schemeClr val="lt1">
                        <a:lumMod val="100000"/>
                      </a:schemeClr>
                    </a:solidFill>
                  </a:endParaRPr>
                </a:p>
              </p:txBody>
            </p:sp>
          </p:grpSp>
        </p:grpSp>
        <p:grpSp>
          <p:nvGrpSpPr>
            <p:cNvPr id="12" name="îŝľïḍé">
              <a:extLst>
                <a:ext uri="{FF2B5EF4-FFF2-40B4-BE49-F238E27FC236}">
                  <a16:creationId xmlns:a16="http://schemas.microsoft.com/office/drawing/2014/main" id="{C0B94038-CEEC-C831-6B6F-7D16341366E7}"/>
                </a:ext>
              </a:extLst>
            </p:cNvPr>
            <p:cNvGrpSpPr/>
            <p:nvPr/>
          </p:nvGrpSpPr>
          <p:grpSpPr>
            <a:xfrm>
              <a:off x="8965514" y="1585074"/>
              <a:ext cx="2553386" cy="2555127"/>
              <a:chOff x="823354" y="1673974"/>
              <a:chExt cx="2553386" cy="2555127"/>
            </a:xfrm>
          </p:grpSpPr>
          <p:sp>
            <p:nvSpPr>
              <p:cNvPr id="13" name="iṡḷíďê">
                <a:extLst>
                  <a:ext uri="{FF2B5EF4-FFF2-40B4-BE49-F238E27FC236}">
                    <a16:creationId xmlns:a16="http://schemas.microsoft.com/office/drawing/2014/main" id="{710DFFAF-4D80-74DD-627B-1D1A7E36D584}"/>
                  </a:ext>
                </a:extLst>
              </p:cNvPr>
              <p:cNvSpPr/>
              <p:nvPr/>
            </p:nvSpPr>
            <p:spPr>
              <a:xfrm>
                <a:off x="823354" y="1781333"/>
                <a:ext cx="2553386" cy="2447768"/>
              </a:xfrm>
              <a:prstGeom prst="roundRect">
                <a:avLst>
                  <a:gd name="adj" fmla="val 8608"/>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íṧlîḋè">
                <a:extLst>
                  <a:ext uri="{FF2B5EF4-FFF2-40B4-BE49-F238E27FC236}">
                    <a16:creationId xmlns:a16="http://schemas.microsoft.com/office/drawing/2014/main" id="{C34C28BB-F979-C2B4-7790-C29A05A7254A}"/>
                  </a:ext>
                </a:extLst>
              </p:cNvPr>
              <p:cNvGrpSpPr/>
              <p:nvPr/>
            </p:nvGrpSpPr>
            <p:grpSpPr>
              <a:xfrm>
                <a:off x="823354" y="1673974"/>
                <a:ext cx="2553386" cy="1766479"/>
                <a:chOff x="6774975" y="1996551"/>
                <a:chExt cx="2553386" cy="1766479"/>
              </a:xfrm>
            </p:grpSpPr>
            <p:sp>
              <p:nvSpPr>
                <p:cNvPr id="15" name="íṡlíďé">
                  <a:extLst>
                    <a:ext uri="{FF2B5EF4-FFF2-40B4-BE49-F238E27FC236}">
                      <a16:creationId xmlns:a16="http://schemas.microsoft.com/office/drawing/2014/main" id="{189C8B2F-FD13-3E99-5AC7-754D533CDF5B}"/>
                    </a:ext>
                  </a:extLst>
                </p:cNvPr>
                <p:cNvSpPr/>
                <p:nvPr/>
              </p:nvSpPr>
              <p:spPr>
                <a:xfrm>
                  <a:off x="6883657" y="3005322"/>
                  <a:ext cx="2336023" cy="7577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ctr">
                    <a:lnSpc>
                      <a:spcPct val="150000"/>
                    </a:lnSpc>
                    <a:buSzPct val="25000"/>
                    <a:defRPr/>
                  </a:pPr>
                  <a:r>
                    <a:rPr lang="zh-CN" altLang="en-US" sz="1000" dirty="0">
                      <a:solidFill>
                        <a:schemeClr val="tx1">
                          <a:lumMod val="50000"/>
                          <a:lumOff val="50000"/>
                        </a:schemeClr>
                      </a:solidFill>
                      <a:cs typeface="+mn-ea"/>
                      <a:sym typeface="+mn-lt"/>
                    </a:rPr>
                    <a:t>在此输入您的文本内容或者复制粘贴文字内容到此处在此输入您的文本内容或者复制粘贴文字内容到此处</a:t>
                  </a:r>
                  <a:endParaRPr lang="en-US" altLang="zh-CN" sz="1000" dirty="0">
                    <a:solidFill>
                      <a:schemeClr val="tx1">
                        <a:lumMod val="50000"/>
                        <a:lumOff val="50000"/>
                      </a:schemeClr>
                    </a:solidFill>
                    <a:cs typeface="+mn-ea"/>
                    <a:sym typeface="+mn-lt"/>
                  </a:endParaRPr>
                </a:p>
              </p:txBody>
            </p:sp>
            <p:sp>
              <p:nvSpPr>
                <p:cNvPr id="16" name="ïśḷïḓè">
                  <a:extLst>
                    <a:ext uri="{FF2B5EF4-FFF2-40B4-BE49-F238E27FC236}">
                      <a16:creationId xmlns:a16="http://schemas.microsoft.com/office/drawing/2014/main" id="{2280ADAD-667B-7ECA-4E9F-FBEB58C42FFB}"/>
                    </a:ext>
                  </a:extLst>
                </p:cNvPr>
                <p:cNvSpPr txBox="1"/>
                <p:nvPr/>
              </p:nvSpPr>
              <p:spPr>
                <a:xfrm>
                  <a:off x="6774975" y="1996551"/>
                  <a:ext cx="2553386" cy="519351"/>
                </a:xfrm>
                <a:prstGeom prst="roundRect">
                  <a:avLst>
                    <a:gd name="adj" fmla="val 50000"/>
                  </a:avLst>
                </a:prstGeom>
                <a:solidFill>
                  <a:schemeClr val="accent1"/>
                </a:solidFill>
              </p:spPr>
              <p:txBody>
                <a:bodyPr wrap="square" lIns="91440" tIns="45720" rIns="91440" bIns="45720" rtlCol="0" anchor="b" anchorCtr="0">
                  <a:spAutoFit/>
                </a:bodyPr>
                <a:lstStyle/>
                <a:p>
                  <a:pPr algn="ctr"/>
                  <a:r>
                    <a:rPr kumimoji="1" lang="zh-CN" altLang="en-US" b="1" dirty="0">
                      <a:solidFill>
                        <a:schemeClr val="lt1">
                          <a:lumMod val="100000"/>
                        </a:schemeClr>
                      </a:solidFill>
                    </a:rPr>
                    <a:t>输入文本</a:t>
                  </a:r>
                  <a:endParaRPr kumimoji="1" lang="en-US" altLang="zh-CN" b="1" dirty="0">
                    <a:solidFill>
                      <a:schemeClr val="lt1">
                        <a:lumMod val="100000"/>
                      </a:schemeClr>
                    </a:solidFill>
                  </a:endParaRPr>
                </a:p>
              </p:txBody>
            </p:sp>
          </p:grpSp>
        </p:grpSp>
      </p:grpSp>
      <p:grpSp>
        <p:nvGrpSpPr>
          <p:cNvPr id="35" name="组合 34">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43"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44"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45" name="椭圆 44">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13489939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ïśḷiďè">
            <a:extLst>
              <a:ext uri="{FF2B5EF4-FFF2-40B4-BE49-F238E27FC236}">
                <a16:creationId xmlns:a16="http://schemas.microsoft.com/office/drawing/2014/main" id="{26C851F4-CDE6-8422-5F9E-5F9D69C2994C}"/>
              </a:ext>
            </a:extLst>
          </p:cNvPr>
          <p:cNvGrpSpPr/>
          <p:nvPr/>
        </p:nvGrpSpPr>
        <p:grpSpPr>
          <a:xfrm>
            <a:off x="6686713" y="1238451"/>
            <a:ext cx="4341477" cy="4800600"/>
            <a:chOff x="7011162" y="1333500"/>
            <a:chExt cx="4341477" cy="4800600"/>
          </a:xfrm>
        </p:grpSpPr>
        <p:sp>
          <p:nvSpPr>
            <p:cNvPr id="20" name="íṡ1íḓê">
              <a:extLst>
                <a:ext uri="{FF2B5EF4-FFF2-40B4-BE49-F238E27FC236}">
                  <a16:creationId xmlns:a16="http://schemas.microsoft.com/office/drawing/2014/main" id="{B7723BFB-FE08-931D-5797-5C52844B18FD}"/>
                </a:ext>
              </a:extLst>
            </p:cNvPr>
            <p:cNvSpPr/>
            <p:nvPr/>
          </p:nvSpPr>
          <p:spPr>
            <a:xfrm>
              <a:off x="7647596" y="1333500"/>
              <a:ext cx="3068608" cy="4800600"/>
            </a:xfrm>
            <a:prstGeom prst="roundRect">
              <a:avLst>
                <a:gd name="adj" fmla="val 50000"/>
              </a:avLst>
            </a:prstGeom>
            <a:blipFill>
              <a:blip r:embed="rId3"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1" name="ïṣľiḋè">
              <a:extLst>
                <a:ext uri="{FF2B5EF4-FFF2-40B4-BE49-F238E27FC236}">
                  <a16:creationId xmlns:a16="http://schemas.microsoft.com/office/drawing/2014/main" id="{5FC702E1-51AF-3E90-861C-D0F8A8D12C6F}"/>
                </a:ext>
              </a:extLst>
            </p:cNvPr>
            <p:cNvSpPr/>
            <p:nvPr/>
          </p:nvSpPr>
          <p:spPr>
            <a:xfrm rot="20574675">
              <a:off x="7011162" y="3171479"/>
              <a:ext cx="4341477" cy="1206196"/>
            </a:xfrm>
            <a:prstGeom prst="blockArc">
              <a:avLst>
                <a:gd name="adj1" fmla="val 20839051"/>
                <a:gd name="adj2" fmla="val 12042757"/>
                <a:gd name="adj3" fmla="val 1063"/>
              </a:avLst>
            </a:prstGeom>
            <a:gradFill>
              <a:gsLst>
                <a:gs pos="0">
                  <a:schemeClr val="accent2">
                    <a:alpha val="0"/>
                  </a:schemeClr>
                </a:gs>
                <a:gs pos="100000">
                  <a:schemeClr val="accent1"/>
                </a:gs>
              </a:gsLst>
              <a:lin ang="5400000" scaled="0"/>
            </a:gradFill>
            <a:ln w="6055" cap="flat">
              <a:noFill/>
              <a:prstDash val="solid"/>
              <a:miter/>
            </a:ln>
          </p:spPr>
          <p:txBody>
            <a:bodyPr lIns="108000" tIns="108000" rIns="108000" bIns="108000" rtlCol="0" anchor="ctr"/>
            <a:lstStyle/>
            <a:p>
              <a:endParaRPr lang="zh-CN" altLang="en-US"/>
            </a:p>
          </p:txBody>
        </p:sp>
        <p:sp>
          <p:nvSpPr>
            <p:cNvPr id="22" name="iśḷiḓê">
              <a:extLst>
                <a:ext uri="{FF2B5EF4-FFF2-40B4-BE49-F238E27FC236}">
                  <a16:creationId xmlns:a16="http://schemas.microsoft.com/office/drawing/2014/main" id="{51E224A5-40E7-308F-E828-A0DCBC568AD6}"/>
                </a:ext>
              </a:extLst>
            </p:cNvPr>
            <p:cNvSpPr/>
            <p:nvPr/>
          </p:nvSpPr>
          <p:spPr bwMode="auto">
            <a:xfrm>
              <a:off x="10936456" y="3228407"/>
              <a:ext cx="401185" cy="401185"/>
            </a:xfrm>
            <a:custGeom>
              <a:avLst/>
              <a:gdLst>
                <a:gd name="T0" fmla="*/ 201 w 402"/>
                <a:gd name="T1" fmla="*/ 402 h 402"/>
                <a:gd name="T2" fmla="*/ 201 w 402"/>
                <a:gd name="T3" fmla="*/ 402 h 402"/>
                <a:gd name="T4" fmla="*/ 0 w 402"/>
                <a:gd name="T5" fmla="*/ 201 h 402"/>
                <a:gd name="T6" fmla="*/ 0 w 402"/>
                <a:gd name="T7" fmla="*/ 201 h 402"/>
                <a:gd name="T8" fmla="*/ 201 w 402"/>
                <a:gd name="T9" fmla="*/ 0 h 402"/>
                <a:gd name="T10" fmla="*/ 201 w 402"/>
                <a:gd name="T11" fmla="*/ 0 h 402"/>
                <a:gd name="T12" fmla="*/ 402 w 402"/>
                <a:gd name="T13" fmla="*/ 201 h 402"/>
                <a:gd name="T14" fmla="*/ 402 w 402"/>
                <a:gd name="T15" fmla="*/ 201 h 402"/>
                <a:gd name="T16" fmla="*/ 201 w 402"/>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2">
                  <a:moveTo>
                    <a:pt x="201" y="402"/>
                  </a:moveTo>
                  <a:cubicBezTo>
                    <a:pt x="201" y="402"/>
                    <a:pt x="201" y="402"/>
                    <a:pt x="201" y="402"/>
                  </a:cubicBezTo>
                  <a:cubicBezTo>
                    <a:pt x="201" y="291"/>
                    <a:pt x="111" y="201"/>
                    <a:pt x="0" y="201"/>
                  </a:cubicBezTo>
                  <a:cubicBezTo>
                    <a:pt x="0" y="201"/>
                    <a:pt x="0" y="201"/>
                    <a:pt x="0" y="201"/>
                  </a:cubicBezTo>
                  <a:cubicBezTo>
                    <a:pt x="111" y="201"/>
                    <a:pt x="201" y="111"/>
                    <a:pt x="201" y="0"/>
                  </a:cubicBezTo>
                  <a:cubicBezTo>
                    <a:pt x="201" y="0"/>
                    <a:pt x="201" y="0"/>
                    <a:pt x="201" y="0"/>
                  </a:cubicBezTo>
                  <a:cubicBezTo>
                    <a:pt x="201" y="111"/>
                    <a:pt x="291" y="201"/>
                    <a:pt x="402" y="201"/>
                  </a:cubicBezTo>
                  <a:cubicBezTo>
                    <a:pt x="402" y="201"/>
                    <a:pt x="402" y="201"/>
                    <a:pt x="402" y="201"/>
                  </a:cubicBezTo>
                  <a:cubicBezTo>
                    <a:pt x="291" y="201"/>
                    <a:pt x="201" y="291"/>
                    <a:pt x="201" y="40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íšḻíḑé">
              <a:extLst>
                <a:ext uri="{FF2B5EF4-FFF2-40B4-BE49-F238E27FC236}">
                  <a16:creationId xmlns:a16="http://schemas.microsoft.com/office/drawing/2014/main" id="{4AF54A7E-98D1-5E95-2D6D-334A695ECE23}"/>
                </a:ext>
              </a:extLst>
            </p:cNvPr>
            <p:cNvSpPr/>
            <p:nvPr/>
          </p:nvSpPr>
          <p:spPr bwMode="auto">
            <a:xfrm>
              <a:off x="7083735" y="4294960"/>
              <a:ext cx="535669" cy="535669"/>
            </a:xfrm>
            <a:custGeom>
              <a:avLst/>
              <a:gdLst>
                <a:gd name="T0" fmla="*/ 201 w 402"/>
                <a:gd name="T1" fmla="*/ 402 h 402"/>
                <a:gd name="T2" fmla="*/ 201 w 402"/>
                <a:gd name="T3" fmla="*/ 402 h 402"/>
                <a:gd name="T4" fmla="*/ 0 w 402"/>
                <a:gd name="T5" fmla="*/ 201 h 402"/>
                <a:gd name="T6" fmla="*/ 0 w 402"/>
                <a:gd name="T7" fmla="*/ 201 h 402"/>
                <a:gd name="T8" fmla="*/ 201 w 402"/>
                <a:gd name="T9" fmla="*/ 0 h 402"/>
                <a:gd name="T10" fmla="*/ 201 w 402"/>
                <a:gd name="T11" fmla="*/ 0 h 402"/>
                <a:gd name="T12" fmla="*/ 402 w 402"/>
                <a:gd name="T13" fmla="*/ 201 h 402"/>
                <a:gd name="T14" fmla="*/ 402 w 402"/>
                <a:gd name="T15" fmla="*/ 201 h 402"/>
                <a:gd name="T16" fmla="*/ 201 w 402"/>
                <a:gd name="T17"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2">
                  <a:moveTo>
                    <a:pt x="201" y="402"/>
                  </a:moveTo>
                  <a:cubicBezTo>
                    <a:pt x="201" y="402"/>
                    <a:pt x="201" y="402"/>
                    <a:pt x="201" y="402"/>
                  </a:cubicBezTo>
                  <a:cubicBezTo>
                    <a:pt x="201" y="291"/>
                    <a:pt x="111" y="201"/>
                    <a:pt x="0" y="201"/>
                  </a:cubicBezTo>
                  <a:cubicBezTo>
                    <a:pt x="0" y="201"/>
                    <a:pt x="0" y="201"/>
                    <a:pt x="0" y="201"/>
                  </a:cubicBezTo>
                  <a:cubicBezTo>
                    <a:pt x="111" y="201"/>
                    <a:pt x="201" y="111"/>
                    <a:pt x="201" y="0"/>
                  </a:cubicBezTo>
                  <a:cubicBezTo>
                    <a:pt x="201" y="0"/>
                    <a:pt x="201" y="0"/>
                    <a:pt x="201" y="0"/>
                  </a:cubicBezTo>
                  <a:cubicBezTo>
                    <a:pt x="201" y="111"/>
                    <a:pt x="291" y="201"/>
                    <a:pt x="402" y="201"/>
                  </a:cubicBezTo>
                  <a:cubicBezTo>
                    <a:pt x="402" y="201"/>
                    <a:pt x="402" y="201"/>
                    <a:pt x="402" y="201"/>
                  </a:cubicBezTo>
                  <a:cubicBezTo>
                    <a:pt x="291" y="201"/>
                    <a:pt x="201" y="291"/>
                    <a:pt x="201" y="40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ïšľíḍê">
            <a:extLst>
              <a:ext uri="{FF2B5EF4-FFF2-40B4-BE49-F238E27FC236}">
                <a16:creationId xmlns:a16="http://schemas.microsoft.com/office/drawing/2014/main" id="{222F4D44-FC0C-69AB-62E0-623CCA29D336}"/>
              </a:ext>
            </a:extLst>
          </p:cNvPr>
          <p:cNvGrpSpPr/>
          <p:nvPr/>
        </p:nvGrpSpPr>
        <p:grpSpPr>
          <a:xfrm>
            <a:off x="1405042" y="3286326"/>
            <a:ext cx="4311650" cy="704850"/>
            <a:chOff x="660400" y="3904229"/>
            <a:chExt cx="4311650" cy="704850"/>
          </a:xfrm>
        </p:grpSpPr>
        <p:sp>
          <p:nvSpPr>
            <p:cNvPr id="25" name="îsļïďè">
              <a:extLst>
                <a:ext uri="{FF2B5EF4-FFF2-40B4-BE49-F238E27FC236}">
                  <a16:creationId xmlns:a16="http://schemas.microsoft.com/office/drawing/2014/main" id="{76B7CF02-C2FF-0884-9AB9-48E84EA5D76B}"/>
                </a:ext>
              </a:extLst>
            </p:cNvPr>
            <p:cNvSpPr/>
            <p:nvPr/>
          </p:nvSpPr>
          <p:spPr>
            <a:xfrm>
              <a:off x="660400" y="3904229"/>
              <a:ext cx="4311650" cy="704850"/>
            </a:xfrm>
            <a:prstGeom prst="roundRect">
              <a:avLst>
                <a:gd name="adj" fmla="val 50000"/>
              </a:avLst>
            </a:prstGeom>
            <a:solidFill>
              <a:schemeClr val="accent2">
                <a:lumMod val="20000"/>
                <a:lumOff val="8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iśḷíḍe">
              <a:extLst>
                <a:ext uri="{FF2B5EF4-FFF2-40B4-BE49-F238E27FC236}">
                  <a16:creationId xmlns:a16="http://schemas.microsoft.com/office/drawing/2014/main" id="{CF969A71-24C5-8B2C-8734-A68894A24DFD}"/>
                </a:ext>
              </a:extLst>
            </p:cNvPr>
            <p:cNvSpPr txBox="1"/>
            <p:nvPr/>
          </p:nvSpPr>
          <p:spPr>
            <a:xfrm>
              <a:off x="741427" y="3986654"/>
              <a:ext cx="540000" cy="540000"/>
            </a:xfrm>
            <a:prstGeom prst="roundRect">
              <a:avLst>
                <a:gd name="adj" fmla="val 50000"/>
              </a:avLst>
            </a:prstGeom>
            <a:solidFill>
              <a:schemeClr val="accent2"/>
            </a:solidFill>
          </p:spPr>
          <p:txBody>
            <a:bodyPr wrap="none" lIns="91440" tIns="45720" rIns="91440" bIns="45720" rtlCol="0" anchor="ctr" anchorCtr="0">
              <a:noAutofit/>
            </a:bodyPr>
            <a:lstStyle/>
            <a:p>
              <a:pPr algn="ctr"/>
              <a:r>
                <a:rPr kumimoji="1" lang="en-US" altLang="zh-CN" sz="2000" b="1" dirty="0">
                  <a:solidFill>
                    <a:srgbClr val="FFFFFF"/>
                  </a:solidFill>
                </a:rPr>
                <a:t>01</a:t>
              </a:r>
              <a:endParaRPr kumimoji="1" lang="zh-CN" altLang="en-US" sz="2000" b="1" dirty="0">
                <a:solidFill>
                  <a:srgbClr val="FFFFFF"/>
                </a:solidFill>
              </a:endParaRPr>
            </a:p>
          </p:txBody>
        </p:sp>
        <p:sp>
          <p:nvSpPr>
            <p:cNvPr id="27" name="işļiďe">
              <a:extLst>
                <a:ext uri="{FF2B5EF4-FFF2-40B4-BE49-F238E27FC236}">
                  <a16:creationId xmlns:a16="http://schemas.microsoft.com/office/drawing/2014/main" id="{970DF9FD-2B17-C9CD-C52A-7A2AB4DFEF09}"/>
                </a:ext>
              </a:extLst>
            </p:cNvPr>
            <p:cNvSpPr/>
            <p:nvPr/>
          </p:nvSpPr>
          <p:spPr>
            <a:xfrm>
              <a:off x="1346446" y="4087377"/>
              <a:ext cx="109537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1600" b="1" dirty="0">
                  <a:solidFill>
                    <a:schemeClr val="tx1"/>
                  </a:solidFill>
                </a:rPr>
                <a:t>输入文本</a:t>
              </a:r>
              <a:endParaRPr kumimoji="1" lang="en-US" altLang="zh-CN" sz="1600" b="1" dirty="0">
                <a:solidFill>
                  <a:schemeClr val="tx1"/>
                </a:solidFill>
              </a:endParaRPr>
            </a:p>
          </p:txBody>
        </p:sp>
        <p:sp>
          <p:nvSpPr>
            <p:cNvPr id="28" name="íšḷíḍê">
              <a:extLst>
                <a:ext uri="{FF2B5EF4-FFF2-40B4-BE49-F238E27FC236}">
                  <a16:creationId xmlns:a16="http://schemas.microsoft.com/office/drawing/2014/main" id="{F935AC02-040F-F978-C215-0EC7CDBDB633}"/>
                </a:ext>
              </a:extLst>
            </p:cNvPr>
            <p:cNvSpPr/>
            <p:nvPr/>
          </p:nvSpPr>
          <p:spPr>
            <a:xfrm>
              <a:off x="2725924" y="4001873"/>
              <a:ext cx="1950463" cy="570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49791"/>
                </a:lnSpc>
              </a:pPr>
              <a:r>
                <a:rPr lang="zh-CN" altLang="en-US" sz="1100" dirty="0">
                  <a:solidFill>
                    <a:schemeClr val="tx1">
                      <a:lumMod val="50000"/>
                      <a:lumOff val="50000"/>
                    </a:schemeClr>
                  </a:solidFill>
                  <a:cs typeface="+mn-ea"/>
                  <a:sym typeface="+mn-lt"/>
                </a:rPr>
                <a:t>在此输入您的文本内容或者复制文字粘贴至此处在此</a:t>
              </a:r>
              <a:endParaRPr lang="en-US" altLang="zh-CN" sz="1100" dirty="0">
                <a:solidFill>
                  <a:schemeClr val="tx1">
                    <a:lumMod val="50000"/>
                    <a:lumOff val="50000"/>
                  </a:schemeClr>
                </a:solidFill>
                <a:cs typeface="+mn-ea"/>
                <a:sym typeface="+mn-lt"/>
              </a:endParaRPr>
            </a:p>
          </p:txBody>
        </p:sp>
        <p:cxnSp>
          <p:nvCxnSpPr>
            <p:cNvPr id="29" name="íṥļiḋè">
              <a:extLst>
                <a:ext uri="{FF2B5EF4-FFF2-40B4-BE49-F238E27FC236}">
                  <a16:creationId xmlns:a16="http://schemas.microsoft.com/office/drawing/2014/main" id="{7F75B61C-0042-B642-BA8C-D32F0C68377A}"/>
                </a:ext>
              </a:extLst>
            </p:cNvPr>
            <p:cNvCxnSpPr>
              <a:cxnSpLocks/>
            </p:cNvCxnSpPr>
            <p:nvPr/>
          </p:nvCxnSpPr>
          <p:spPr>
            <a:xfrm>
              <a:off x="2453381" y="4087377"/>
              <a:ext cx="0" cy="33855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8" name="ïšľíḍê">
            <a:extLst>
              <a:ext uri="{FF2B5EF4-FFF2-40B4-BE49-F238E27FC236}">
                <a16:creationId xmlns:a16="http://schemas.microsoft.com/office/drawing/2014/main" id="{222F4D44-FC0C-69AB-62E0-623CCA29D336}"/>
              </a:ext>
            </a:extLst>
          </p:cNvPr>
          <p:cNvGrpSpPr/>
          <p:nvPr/>
        </p:nvGrpSpPr>
        <p:grpSpPr>
          <a:xfrm>
            <a:off x="1405042" y="1855378"/>
            <a:ext cx="4311650" cy="704850"/>
            <a:chOff x="660400" y="3904229"/>
            <a:chExt cx="4311650" cy="704850"/>
          </a:xfrm>
        </p:grpSpPr>
        <p:sp>
          <p:nvSpPr>
            <p:cNvPr id="15" name="îsļïďè">
              <a:extLst>
                <a:ext uri="{FF2B5EF4-FFF2-40B4-BE49-F238E27FC236}">
                  <a16:creationId xmlns:a16="http://schemas.microsoft.com/office/drawing/2014/main" id="{76B7CF02-C2FF-0884-9AB9-48E84EA5D76B}"/>
                </a:ext>
              </a:extLst>
            </p:cNvPr>
            <p:cNvSpPr/>
            <p:nvPr/>
          </p:nvSpPr>
          <p:spPr>
            <a:xfrm>
              <a:off x="660400" y="3904229"/>
              <a:ext cx="4311650" cy="704850"/>
            </a:xfrm>
            <a:prstGeom prst="roundRect">
              <a:avLst>
                <a:gd name="adj" fmla="val 50000"/>
              </a:avLst>
            </a:prstGeom>
            <a:solidFill>
              <a:schemeClr val="accent1">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iśḷíḍe">
              <a:extLst>
                <a:ext uri="{FF2B5EF4-FFF2-40B4-BE49-F238E27FC236}">
                  <a16:creationId xmlns:a16="http://schemas.microsoft.com/office/drawing/2014/main" id="{CF969A71-24C5-8B2C-8734-A68894A24DFD}"/>
                </a:ext>
              </a:extLst>
            </p:cNvPr>
            <p:cNvSpPr txBox="1"/>
            <p:nvPr/>
          </p:nvSpPr>
          <p:spPr>
            <a:xfrm>
              <a:off x="741427" y="3986654"/>
              <a:ext cx="540000" cy="540000"/>
            </a:xfrm>
            <a:prstGeom prst="roundRect">
              <a:avLst>
                <a:gd name="adj" fmla="val 50000"/>
              </a:avLst>
            </a:prstGeom>
            <a:solidFill>
              <a:schemeClr val="accent1"/>
            </a:solidFill>
          </p:spPr>
          <p:txBody>
            <a:bodyPr wrap="none" lIns="91440" tIns="45720" rIns="91440" bIns="45720" rtlCol="0" anchor="ctr" anchorCtr="0">
              <a:noAutofit/>
            </a:bodyPr>
            <a:lstStyle/>
            <a:p>
              <a:pPr algn="ctr"/>
              <a:r>
                <a:rPr kumimoji="1" lang="en-US" altLang="zh-CN" sz="2000" b="1" dirty="0">
                  <a:solidFill>
                    <a:srgbClr val="FFFFFF"/>
                  </a:solidFill>
                </a:rPr>
                <a:t>01</a:t>
              </a:r>
              <a:endParaRPr kumimoji="1" lang="zh-CN" altLang="en-US" sz="2000" b="1" dirty="0">
                <a:solidFill>
                  <a:srgbClr val="FFFFFF"/>
                </a:solidFill>
              </a:endParaRPr>
            </a:p>
          </p:txBody>
        </p:sp>
        <p:sp>
          <p:nvSpPr>
            <p:cNvPr id="17" name="işļiďe">
              <a:extLst>
                <a:ext uri="{FF2B5EF4-FFF2-40B4-BE49-F238E27FC236}">
                  <a16:creationId xmlns:a16="http://schemas.microsoft.com/office/drawing/2014/main" id="{970DF9FD-2B17-C9CD-C52A-7A2AB4DFEF09}"/>
                </a:ext>
              </a:extLst>
            </p:cNvPr>
            <p:cNvSpPr/>
            <p:nvPr/>
          </p:nvSpPr>
          <p:spPr>
            <a:xfrm>
              <a:off x="1346446" y="4087377"/>
              <a:ext cx="109537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1600" b="1" dirty="0">
                  <a:solidFill>
                    <a:schemeClr val="tx1"/>
                  </a:solidFill>
                </a:rPr>
                <a:t>输入文本</a:t>
              </a:r>
              <a:endParaRPr kumimoji="1" lang="en-US" altLang="zh-CN" sz="1600" b="1" dirty="0">
                <a:solidFill>
                  <a:schemeClr val="tx1"/>
                </a:solidFill>
              </a:endParaRPr>
            </a:p>
          </p:txBody>
        </p:sp>
        <p:sp>
          <p:nvSpPr>
            <p:cNvPr id="18" name="íšḷíḍê">
              <a:extLst>
                <a:ext uri="{FF2B5EF4-FFF2-40B4-BE49-F238E27FC236}">
                  <a16:creationId xmlns:a16="http://schemas.microsoft.com/office/drawing/2014/main" id="{F935AC02-040F-F978-C215-0EC7CDBDB633}"/>
                </a:ext>
              </a:extLst>
            </p:cNvPr>
            <p:cNvSpPr/>
            <p:nvPr/>
          </p:nvSpPr>
          <p:spPr>
            <a:xfrm>
              <a:off x="2725924" y="4001873"/>
              <a:ext cx="1950463" cy="570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49791"/>
                </a:lnSpc>
              </a:pPr>
              <a:r>
                <a:rPr lang="zh-CN" altLang="en-US" sz="1100" dirty="0">
                  <a:solidFill>
                    <a:schemeClr val="tx1">
                      <a:lumMod val="50000"/>
                      <a:lumOff val="50000"/>
                    </a:schemeClr>
                  </a:solidFill>
                  <a:cs typeface="+mn-ea"/>
                  <a:sym typeface="+mn-lt"/>
                </a:rPr>
                <a:t>在此输入您的文本内容或者复制文字粘贴至此处在此</a:t>
              </a:r>
              <a:endParaRPr lang="en-US" altLang="zh-CN" sz="1100" dirty="0">
                <a:solidFill>
                  <a:schemeClr val="tx1">
                    <a:lumMod val="50000"/>
                    <a:lumOff val="50000"/>
                  </a:schemeClr>
                </a:solidFill>
                <a:cs typeface="+mn-ea"/>
                <a:sym typeface="+mn-lt"/>
              </a:endParaRPr>
            </a:p>
          </p:txBody>
        </p:sp>
        <p:cxnSp>
          <p:nvCxnSpPr>
            <p:cNvPr id="19" name="íṥļiḋè">
              <a:extLst>
                <a:ext uri="{FF2B5EF4-FFF2-40B4-BE49-F238E27FC236}">
                  <a16:creationId xmlns:a16="http://schemas.microsoft.com/office/drawing/2014/main" id="{7F75B61C-0042-B642-BA8C-D32F0C68377A}"/>
                </a:ext>
              </a:extLst>
            </p:cNvPr>
            <p:cNvCxnSpPr>
              <a:cxnSpLocks/>
            </p:cNvCxnSpPr>
            <p:nvPr/>
          </p:nvCxnSpPr>
          <p:spPr>
            <a:xfrm>
              <a:off x="2453381" y="4087377"/>
              <a:ext cx="0" cy="338554"/>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9" name="ïṣḻïḍé">
            <a:extLst>
              <a:ext uri="{FF2B5EF4-FFF2-40B4-BE49-F238E27FC236}">
                <a16:creationId xmlns:a16="http://schemas.microsoft.com/office/drawing/2014/main" id="{CBC88C81-46EA-39D2-CDBF-9A2694139B4F}"/>
              </a:ext>
            </a:extLst>
          </p:cNvPr>
          <p:cNvGrpSpPr/>
          <p:nvPr/>
        </p:nvGrpSpPr>
        <p:grpSpPr>
          <a:xfrm>
            <a:off x="1405042" y="4717273"/>
            <a:ext cx="4311650" cy="704850"/>
            <a:chOff x="660400" y="3904229"/>
            <a:chExt cx="4311650" cy="704850"/>
          </a:xfrm>
        </p:grpSpPr>
        <p:sp>
          <p:nvSpPr>
            <p:cNvPr id="10" name="íṡḻîḍè">
              <a:extLst>
                <a:ext uri="{FF2B5EF4-FFF2-40B4-BE49-F238E27FC236}">
                  <a16:creationId xmlns:a16="http://schemas.microsoft.com/office/drawing/2014/main" id="{8E7BB221-FAE2-7F7A-449C-9E9939715A84}"/>
                </a:ext>
              </a:extLst>
            </p:cNvPr>
            <p:cNvSpPr/>
            <p:nvPr/>
          </p:nvSpPr>
          <p:spPr>
            <a:xfrm>
              <a:off x="660400" y="3904229"/>
              <a:ext cx="4311650" cy="704850"/>
            </a:xfrm>
            <a:prstGeom prst="roundRect">
              <a:avLst>
                <a:gd name="adj" fmla="val 50000"/>
              </a:avLst>
            </a:prstGeom>
            <a:solidFill>
              <a:schemeClr val="accent1">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ïṥľîḋe">
              <a:extLst>
                <a:ext uri="{FF2B5EF4-FFF2-40B4-BE49-F238E27FC236}">
                  <a16:creationId xmlns:a16="http://schemas.microsoft.com/office/drawing/2014/main" id="{672613BF-C133-5732-2E92-3C1585C56AD6}"/>
                </a:ext>
              </a:extLst>
            </p:cNvPr>
            <p:cNvSpPr txBox="1"/>
            <p:nvPr/>
          </p:nvSpPr>
          <p:spPr>
            <a:xfrm>
              <a:off x="741427" y="3986654"/>
              <a:ext cx="540000" cy="540000"/>
            </a:xfrm>
            <a:prstGeom prst="roundRect">
              <a:avLst>
                <a:gd name="adj" fmla="val 50000"/>
              </a:avLst>
            </a:prstGeom>
            <a:solidFill>
              <a:schemeClr val="accent1"/>
            </a:solidFill>
          </p:spPr>
          <p:txBody>
            <a:bodyPr wrap="none" lIns="91440" tIns="45720" rIns="91440" bIns="45720" rtlCol="0" anchor="ctr" anchorCtr="0">
              <a:noAutofit/>
            </a:bodyPr>
            <a:lstStyle/>
            <a:p>
              <a:pPr algn="ctr"/>
              <a:r>
                <a:rPr kumimoji="1" lang="en-US" altLang="zh-CN" sz="2000" b="1">
                  <a:solidFill>
                    <a:srgbClr val="FFFFFF"/>
                  </a:solidFill>
                </a:rPr>
                <a:t>02</a:t>
              </a:r>
              <a:endParaRPr kumimoji="1" lang="zh-CN" altLang="en-US" sz="2000" b="1" dirty="0">
                <a:solidFill>
                  <a:srgbClr val="FFFFFF"/>
                </a:solidFill>
              </a:endParaRPr>
            </a:p>
          </p:txBody>
        </p:sp>
        <p:sp>
          <p:nvSpPr>
            <p:cNvPr id="12" name="ïṧ1íďé">
              <a:extLst>
                <a:ext uri="{FF2B5EF4-FFF2-40B4-BE49-F238E27FC236}">
                  <a16:creationId xmlns:a16="http://schemas.microsoft.com/office/drawing/2014/main" id="{E96D60E3-734F-4AEC-FEDD-8262B5E97A50}"/>
                </a:ext>
              </a:extLst>
            </p:cNvPr>
            <p:cNvSpPr/>
            <p:nvPr/>
          </p:nvSpPr>
          <p:spPr>
            <a:xfrm>
              <a:off x="1346446" y="4087377"/>
              <a:ext cx="109537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1600" b="1" dirty="0">
                  <a:solidFill>
                    <a:schemeClr val="tx1"/>
                  </a:solidFill>
                </a:rPr>
                <a:t>输入文本</a:t>
              </a:r>
              <a:endParaRPr kumimoji="1" lang="en-US" altLang="zh-CN" sz="1600" b="1" dirty="0">
                <a:solidFill>
                  <a:schemeClr val="tx1"/>
                </a:solidFill>
              </a:endParaRPr>
            </a:p>
          </p:txBody>
        </p:sp>
        <p:sp>
          <p:nvSpPr>
            <p:cNvPr id="13" name="isḷîḑè">
              <a:extLst>
                <a:ext uri="{FF2B5EF4-FFF2-40B4-BE49-F238E27FC236}">
                  <a16:creationId xmlns:a16="http://schemas.microsoft.com/office/drawing/2014/main" id="{4DA3D562-017F-ACDB-6BA4-DFE3AB9AF49C}"/>
                </a:ext>
              </a:extLst>
            </p:cNvPr>
            <p:cNvSpPr/>
            <p:nvPr/>
          </p:nvSpPr>
          <p:spPr>
            <a:xfrm>
              <a:off x="2725924" y="4001873"/>
              <a:ext cx="1950463" cy="570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gn="just">
                <a:lnSpc>
                  <a:spcPct val="149791"/>
                </a:lnSpc>
              </a:pPr>
              <a:r>
                <a:rPr lang="zh-CN" altLang="en-US" sz="1100" dirty="0">
                  <a:solidFill>
                    <a:schemeClr val="tx1">
                      <a:lumMod val="50000"/>
                      <a:lumOff val="50000"/>
                    </a:schemeClr>
                  </a:solidFill>
                  <a:cs typeface="+mn-ea"/>
                  <a:sym typeface="+mn-lt"/>
                </a:rPr>
                <a:t>在此输入您的文本内容或者复制文字粘贴至此处在此</a:t>
              </a:r>
              <a:endParaRPr lang="en-US" altLang="zh-CN" sz="1100" dirty="0">
                <a:solidFill>
                  <a:schemeClr val="tx1">
                    <a:lumMod val="50000"/>
                    <a:lumOff val="50000"/>
                  </a:schemeClr>
                </a:solidFill>
                <a:cs typeface="+mn-ea"/>
                <a:sym typeface="+mn-lt"/>
              </a:endParaRPr>
            </a:p>
          </p:txBody>
        </p:sp>
        <p:cxnSp>
          <p:nvCxnSpPr>
            <p:cNvPr id="14" name="îşḻíḑê">
              <a:extLst>
                <a:ext uri="{FF2B5EF4-FFF2-40B4-BE49-F238E27FC236}">
                  <a16:creationId xmlns:a16="http://schemas.microsoft.com/office/drawing/2014/main" id="{0088C26D-40A7-379C-2DF8-A74E295D8AD2}"/>
                </a:ext>
              </a:extLst>
            </p:cNvPr>
            <p:cNvCxnSpPr>
              <a:cxnSpLocks/>
            </p:cNvCxnSpPr>
            <p:nvPr/>
          </p:nvCxnSpPr>
          <p:spPr>
            <a:xfrm>
              <a:off x="2453381" y="4087377"/>
              <a:ext cx="0" cy="338554"/>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1"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32"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3" name="椭圆 32">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2106276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478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9DBBF502-BA24-480B-BABE-D478E0557FAB}"/>
              </a:ext>
            </a:extLst>
          </p:cNvPr>
          <p:cNvGrpSpPr>
            <a:grpSpLocks noChangeAspect="1"/>
          </p:cNvGrpSpPr>
          <p:nvPr/>
        </p:nvGrpSpPr>
        <p:grpSpPr>
          <a:xfrm>
            <a:off x="673100" y="1130300"/>
            <a:ext cx="10845800" cy="5016500"/>
            <a:chOff x="673100" y="1130300"/>
            <a:chExt cx="10845800" cy="5016500"/>
          </a:xfrm>
        </p:grpSpPr>
        <p:sp>
          <p:nvSpPr>
            <p:cNvPr id="6" name="ïŝḷíḍè">
              <a:extLst>
                <a:ext uri="{FF2B5EF4-FFF2-40B4-BE49-F238E27FC236}">
                  <a16:creationId xmlns:a16="http://schemas.microsoft.com/office/drawing/2014/main" id="{734FF16D-8B7E-4DEA-8CB8-233567CC0552}"/>
                </a:ext>
              </a:extLst>
            </p:cNvPr>
            <p:cNvSpPr/>
            <p:nvPr/>
          </p:nvSpPr>
          <p:spPr>
            <a:xfrm>
              <a:off x="5172635" y="2126045"/>
              <a:ext cx="6346265" cy="3025010"/>
            </a:xfrm>
            <a:prstGeom prst="rect">
              <a:avLst/>
            </a:prstGeom>
            <a:solidFill>
              <a:schemeClr val="bg1"/>
            </a:solidFill>
            <a:ln>
              <a:noFill/>
            </a:ln>
            <a:effectLst>
              <a:outerShdw blurRad="254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7" name="îšḷídé">
              <a:extLst>
                <a:ext uri="{FF2B5EF4-FFF2-40B4-BE49-F238E27FC236}">
                  <a16:creationId xmlns:a16="http://schemas.microsoft.com/office/drawing/2014/main" id="{2FBCD9A8-832B-4031-99D1-0B77A15972F3}"/>
                </a:ext>
              </a:extLst>
            </p:cNvPr>
            <p:cNvSpPr/>
            <p:nvPr/>
          </p:nvSpPr>
          <p:spPr>
            <a:xfrm>
              <a:off x="673100" y="1130300"/>
              <a:ext cx="4499535" cy="5016500"/>
            </a:xfrm>
            <a:prstGeom prst="rect">
              <a:avLst/>
            </a:pr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a:solidFill>
                  <a:schemeClr val="tx1"/>
                </a:solidFill>
              </a:endParaRPr>
            </a:p>
          </p:txBody>
        </p:sp>
        <p:grpSp>
          <p:nvGrpSpPr>
            <p:cNvPr id="8" name="işḻiďê">
              <a:extLst>
                <a:ext uri="{FF2B5EF4-FFF2-40B4-BE49-F238E27FC236}">
                  <a16:creationId xmlns:a16="http://schemas.microsoft.com/office/drawing/2014/main" id="{34F84B1D-7AA2-4AD9-8DE6-74D087A78BC9}"/>
                </a:ext>
              </a:extLst>
            </p:cNvPr>
            <p:cNvGrpSpPr/>
            <p:nvPr/>
          </p:nvGrpSpPr>
          <p:grpSpPr>
            <a:xfrm>
              <a:off x="4165976" y="1643888"/>
              <a:ext cx="2001745" cy="3989324"/>
              <a:chOff x="4970052" y="1390649"/>
              <a:chExt cx="2251897" cy="4487863"/>
            </a:xfrm>
            <a:effectLst>
              <a:outerShdw blurRad="38100" dist="38100" dir="2700000" algn="tl" rotWithShape="0">
                <a:prstClr val="black">
                  <a:alpha val="25000"/>
                </a:prstClr>
              </a:outerShdw>
            </a:effectLst>
          </p:grpSpPr>
          <p:sp>
            <p:nvSpPr>
              <p:cNvPr id="21" name="iṣľîḍè">
                <a:extLst>
                  <a:ext uri="{FF2B5EF4-FFF2-40B4-BE49-F238E27FC236}">
                    <a16:creationId xmlns:a16="http://schemas.microsoft.com/office/drawing/2014/main" id="{DAEBFB61-3801-47CC-9FFB-5AB3AC88D629}"/>
                  </a:ext>
                </a:extLst>
              </p:cNvPr>
              <p:cNvSpPr/>
              <p:nvPr/>
            </p:nvSpPr>
            <p:spPr>
              <a:xfrm>
                <a:off x="5106302" y="1501428"/>
                <a:ext cx="1982424" cy="4276386"/>
              </a:xfrm>
              <a:custGeom>
                <a:avLst/>
                <a:gdLst>
                  <a:gd name="connsiteX0" fmla="*/ 444792 w 4503763"/>
                  <a:gd name="connsiteY0" fmla="*/ 0 h 9715289"/>
                  <a:gd name="connsiteX1" fmla="*/ 4058971 w 4503763"/>
                  <a:gd name="connsiteY1" fmla="*/ 0 h 9715289"/>
                  <a:gd name="connsiteX2" fmla="*/ 4503763 w 4503763"/>
                  <a:gd name="connsiteY2" fmla="*/ 444792 h 9715289"/>
                  <a:gd name="connsiteX3" fmla="*/ 4503763 w 4503763"/>
                  <a:gd name="connsiteY3" fmla="*/ 9270497 h 9715289"/>
                  <a:gd name="connsiteX4" fmla="*/ 4058971 w 4503763"/>
                  <a:gd name="connsiteY4" fmla="*/ 9715289 h 9715289"/>
                  <a:gd name="connsiteX5" fmla="*/ 444792 w 4503763"/>
                  <a:gd name="connsiteY5" fmla="*/ 9715289 h 9715289"/>
                  <a:gd name="connsiteX6" fmla="*/ 0 w 4503763"/>
                  <a:gd name="connsiteY6" fmla="*/ 9270497 h 9715289"/>
                  <a:gd name="connsiteX7" fmla="*/ 0 w 4503763"/>
                  <a:gd name="connsiteY7" fmla="*/ 444792 h 9715289"/>
                  <a:gd name="connsiteX8" fmla="*/ 444792 w 4503763"/>
                  <a:gd name="connsiteY8" fmla="*/ 0 h 971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3763" h="9715289">
                    <a:moveTo>
                      <a:pt x="444792" y="0"/>
                    </a:moveTo>
                    <a:lnTo>
                      <a:pt x="4058971" y="0"/>
                    </a:lnTo>
                    <a:cubicBezTo>
                      <a:pt x="4304623" y="0"/>
                      <a:pt x="4503763" y="199140"/>
                      <a:pt x="4503763" y="444792"/>
                    </a:cubicBezTo>
                    <a:lnTo>
                      <a:pt x="4503763" y="9270497"/>
                    </a:lnTo>
                    <a:cubicBezTo>
                      <a:pt x="4503763" y="9516149"/>
                      <a:pt x="4304623" y="9715289"/>
                      <a:pt x="4058971" y="9715289"/>
                    </a:cubicBezTo>
                    <a:lnTo>
                      <a:pt x="444792" y="9715289"/>
                    </a:lnTo>
                    <a:cubicBezTo>
                      <a:pt x="199140" y="9715289"/>
                      <a:pt x="0" y="9516149"/>
                      <a:pt x="0" y="9270497"/>
                    </a:cubicBezTo>
                    <a:lnTo>
                      <a:pt x="0" y="444792"/>
                    </a:lnTo>
                    <a:cubicBezTo>
                      <a:pt x="0" y="199140"/>
                      <a:pt x="199140" y="0"/>
                      <a:pt x="444792" y="0"/>
                    </a:cubicBezTo>
                    <a:close/>
                  </a:path>
                </a:pathLst>
              </a:custGeom>
              <a:blipFill dpi="0" rotWithShape="1">
                <a:blip r:embed="rId3"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solidFill>
                    <a:schemeClr val="lt1"/>
                  </a:solidFill>
                </a:endParaRPr>
              </a:p>
            </p:txBody>
          </p:sp>
          <p:sp>
            <p:nvSpPr>
              <p:cNvPr id="22" name="ïṡľiḍè">
                <a:extLst>
                  <a:ext uri="{FF2B5EF4-FFF2-40B4-BE49-F238E27FC236}">
                    <a16:creationId xmlns:a16="http://schemas.microsoft.com/office/drawing/2014/main" id="{BBA11318-33BE-4B4F-860C-5717ACA8368B}"/>
                  </a:ext>
                </a:extLst>
              </p:cNvPr>
              <p:cNvSpPr/>
              <p:nvPr/>
            </p:nvSpPr>
            <p:spPr>
              <a:xfrm>
                <a:off x="7185827" y="2440823"/>
                <a:ext cx="36122" cy="499687"/>
              </a:xfrm>
              <a:custGeom>
                <a:avLst/>
                <a:gdLst/>
                <a:ahLst/>
                <a:cxnLst>
                  <a:cxn ang="0">
                    <a:pos x="wd2" y="hd2"/>
                  </a:cxn>
                  <a:cxn ang="5400000">
                    <a:pos x="wd2" y="hd2"/>
                  </a:cxn>
                  <a:cxn ang="10800000">
                    <a:pos x="wd2" y="hd2"/>
                  </a:cxn>
                  <a:cxn ang="16200000">
                    <a:pos x="wd2" y="hd2"/>
                  </a:cxn>
                </a:cxnLst>
                <a:rect l="0" t="0" r="r" b="b"/>
                <a:pathLst>
                  <a:path w="21572" h="21596" extrusionOk="0">
                    <a:moveTo>
                      <a:pt x="0" y="0"/>
                    </a:moveTo>
                    <a:lnTo>
                      <a:pt x="0" y="21596"/>
                    </a:lnTo>
                    <a:lnTo>
                      <a:pt x="9420" y="21596"/>
                    </a:lnTo>
                    <a:cubicBezTo>
                      <a:pt x="12945" y="21596"/>
                      <a:pt x="14707" y="21598"/>
                      <a:pt x="16579" y="21555"/>
                    </a:cubicBezTo>
                    <a:cubicBezTo>
                      <a:pt x="18628" y="21501"/>
                      <a:pt x="20261" y="21383"/>
                      <a:pt x="21007" y="21235"/>
                    </a:cubicBezTo>
                    <a:cubicBezTo>
                      <a:pt x="21600" y="21099"/>
                      <a:pt x="21572" y="20968"/>
                      <a:pt x="21572" y="20717"/>
                    </a:cubicBezTo>
                    <a:lnTo>
                      <a:pt x="21572" y="879"/>
                    </a:lnTo>
                    <a:cubicBezTo>
                      <a:pt x="21572" y="624"/>
                      <a:pt x="21600" y="497"/>
                      <a:pt x="21007" y="361"/>
                    </a:cubicBezTo>
                    <a:cubicBezTo>
                      <a:pt x="20261" y="213"/>
                      <a:pt x="18628" y="95"/>
                      <a:pt x="16579" y="41"/>
                    </a:cubicBezTo>
                    <a:cubicBezTo>
                      <a:pt x="14707" y="-2"/>
                      <a:pt x="12986" y="0"/>
                      <a:pt x="9514" y="0"/>
                    </a:cubicBezTo>
                    <a:lnTo>
                      <a:pt x="0" y="0"/>
                    </a:lnTo>
                    <a:close/>
                  </a:path>
                </a:pathLst>
              </a:custGeom>
              <a:solidFill>
                <a:schemeClr val="bg1">
                  <a:lumMod val="75000"/>
                </a:schemeClr>
              </a:solidFill>
              <a:ln w="12700" cap="flat">
                <a:noFill/>
                <a:miter lim="400000"/>
              </a:ln>
              <a:effectLst/>
            </p:spPr>
            <p:txBody>
              <a:bodyPr wrap="square" lIns="91440" tIns="45720" rIns="91440" bIns="45720" numCol="1" anchor="ctr">
                <a:normAutofit fontScale="8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sz="3200">
                  <a:solidFill>
                    <a:schemeClr val="accent1">
                      <a:hueOff val="-12342858"/>
                      <a:satOff val="-30434"/>
                      <a:lumOff val="4509"/>
                    </a:schemeClr>
                  </a:solidFill>
                </a:endParaRPr>
              </a:p>
            </p:txBody>
          </p:sp>
          <p:sp>
            <p:nvSpPr>
              <p:cNvPr id="23" name="ï$ļíḍè">
                <a:extLst>
                  <a:ext uri="{FF2B5EF4-FFF2-40B4-BE49-F238E27FC236}">
                    <a16:creationId xmlns:a16="http://schemas.microsoft.com/office/drawing/2014/main" id="{74D681A8-0016-4B0A-A8E9-E7C4CCE22D00}"/>
                  </a:ext>
                </a:extLst>
              </p:cNvPr>
              <p:cNvSpPr/>
              <p:nvPr/>
            </p:nvSpPr>
            <p:spPr>
              <a:xfrm>
                <a:off x="4970052" y="2005019"/>
                <a:ext cx="35331" cy="1047006"/>
              </a:xfrm>
              <a:custGeom>
                <a:avLst/>
                <a:gdLst/>
                <a:ahLst/>
                <a:cxnLst>
                  <a:cxn ang="0">
                    <a:pos x="wd2" y="hd2"/>
                  </a:cxn>
                  <a:cxn ang="5400000">
                    <a:pos x="wd2" y="hd2"/>
                  </a:cxn>
                  <a:cxn ang="10800000">
                    <a:pos x="wd2" y="hd2"/>
                  </a:cxn>
                  <a:cxn ang="16200000">
                    <a:pos x="wd2" y="hd2"/>
                  </a:cxn>
                </a:cxnLst>
                <a:rect l="0" t="0" r="r" b="b"/>
                <a:pathLst>
                  <a:path w="21571" h="21600" extrusionOk="0">
                    <a:moveTo>
                      <a:pt x="12326" y="0"/>
                    </a:moveTo>
                    <a:cubicBezTo>
                      <a:pt x="8816" y="0"/>
                      <a:pt x="6993" y="3"/>
                      <a:pt x="5104" y="23"/>
                    </a:cubicBezTo>
                    <a:cubicBezTo>
                      <a:pt x="3009" y="49"/>
                      <a:pt x="1340" y="102"/>
                      <a:pt x="577" y="172"/>
                    </a:cubicBezTo>
                    <a:cubicBezTo>
                      <a:pt x="-29" y="237"/>
                      <a:pt x="0" y="300"/>
                      <a:pt x="0" y="420"/>
                    </a:cubicBezTo>
                    <a:lnTo>
                      <a:pt x="0" y="3023"/>
                    </a:lnTo>
                    <a:cubicBezTo>
                      <a:pt x="0" y="3145"/>
                      <a:pt x="-29" y="3206"/>
                      <a:pt x="577" y="3270"/>
                    </a:cubicBezTo>
                    <a:cubicBezTo>
                      <a:pt x="1340" y="3341"/>
                      <a:pt x="3009" y="3394"/>
                      <a:pt x="5104" y="3420"/>
                    </a:cubicBezTo>
                    <a:cubicBezTo>
                      <a:pt x="7018" y="3440"/>
                      <a:pt x="8778" y="3443"/>
                      <a:pt x="12326" y="3443"/>
                    </a:cubicBezTo>
                    <a:lnTo>
                      <a:pt x="21571" y="3443"/>
                    </a:lnTo>
                    <a:lnTo>
                      <a:pt x="21571" y="0"/>
                    </a:lnTo>
                    <a:lnTo>
                      <a:pt x="12326" y="0"/>
                    </a:lnTo>
                    <a:close/>
                    <a:moveTo>
                      <a:pt x="12326" y="6632"/>
                    </a:moveTo>
                    <a:cubicBezTo>
                      <a:pt x="8816" y="6632"/>
                      <a:pt x="6993" y="6631"/>
                      <a:pt x="5104" y="6651"/>
                    </a:cubicBezTo>
                    <a:cubicBezTo>
                      <a:pt x="3009" y="6677"/>
                      <a:pt x="1340" y="6733"/>
                      <a:pt x="577" y="6804"/>
                    </a:cubicBezTo>
                    <a:cubicBezTo>
                      <a:pt x="-29" y="6869"/>
                      <a:pt x="0" y="6928"/>
                      <a:pt x="0" y="7048"/>
                    </a:cubicBezTo>
                    <a:lnTo>
                      <a:pt x="0" y="12814"/>
                    </a:lnTo>
                    <a:cubicBezTo>
                      <a:pt x="0" y="12936"/>
                      <a:pt x="-29" y="12997"/>
                      <a:pt x="577" y="13062"/>
                    </a:cubicBezTo>
                    <a:cubicBezTo>
                      <a:pt x="1340" y="13132"/>
                      <a:pt x="3009" y="13189"/>
                      <a:pt x="5104" y="13214"/>
                    </a:cubicBezTo>
                    <a:cubicBezTo>
                      <a:pt x="7018" y="13235"/>
                      <a:pt x="8778" y="13234"/>
                      <a:pt x="12326" y="13234"/>
                    </a:cubicBezTo>
                    <a:lnTo>
                      <a:pt x="21571" y="13234"/>
                    </a:lnTo>
                    <a:lnTo>
                      <a:pt x="21571" y="6632"/>
                    </a:lnTo>
                    <a:lnTo>
                      <a:pt x="12326" y="6632"/>
                    </a:lnTo>
                    <a:close/>
                    <a:moveTo>
                      <a:pt x="12326" y="14994"/>
                    </a:moveTo>
                    <a:cubicBezTo>
                      <a:pt x="8816" y="14994"/>
                      <a:pt x="6993" y="14997"/>
                      <a:pt x="5104" y="15017"/>
                    </a:cubicBezTo>
                    <a:cubicBezTo>
                      <a:pt x="3009" y="15043"/>
                      <a:pt x="1340" y="15096"/>
                      <a:pt x="577" y="15167"/>
                    </a:cubicBezTo>
                    <a:cubicBezTo>
                      <a:pt x="-29" y="15232"/>
                      <a:pt x="0" y="15294"/>
                      <a:pt x="0" y="15414"/>
                    </a:cubicBezTo>
                    <a:lnTo>
                      <a:pt x="0" y="21180"/>
                    </a:lnTo>
                    <a:cubicBezTo>
                      <a:pt x="0" y="21302"/>
                      <a:pt x="-29" y="21363"/>
                      <a:pt x="577" y="21428"/>
                    </a:cubicBezTo>
                    <a:cubicBezTo>
                      <a:pt x="1340" y="21498"/>
                      <a:pt x="3009" y="21551"/>
                      <a:pt x="5104" y="21577"/>
                    </a:cubicBezTo>
                    <a:cubicBezTo>
                      <a:pt x="7018" y="21598"/>
                      <a:pt x="8778" y="21600"/>
                      <a:pt x="12326" y="21600"/>
                    </a:cubicBezTo>
                    <a:lnTo>
                      <a:pt x="21571" y="21600"/>
                    </a:lnTo>
                    <a:lnTo>
                      <a:pt x="21571" y="14994"/>
                    </a:lnTo>
                    <a:lnTo>
                      <a:pt x="12326" y="14994"/>
                    </a:lnTo>
                    <a:close/>
                  </a:path>
                </a:pathLst>
              </a:custGeom>
              <a:solidFill>
                <a:schemeClr val="bg1">
                  <a:lumMod val="75000"/>
                </a:scheme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4" name="iś1iḓe">
                <a:extLst>
                  <a:ext uri="{FF2B5EF4-FFF2-40B4-BE49-F238E27FC236}">
                    <a16:creationId xmlns:a16="http://schemas.microsoft.com/office/drawing/2014/main" id="{A1305E1D-7F3E-4DDC-85B1-7FB6870E7116}"/>
                  </a:ext>
                </a:extLst>
              </p:cNvPr>
              <p:cNvSpPr/>
              <p:nvPr/>
            </p:nvSpPr>
            <p:spPr>
              <a:xfrm>
                <a:off x="4988361" y="1390649"/>
                <a:ext cx="2214515" cy="4487863"/>
              </a:xfrm>
              <a:custGeom>
                <a:avLst/>
                <a:gdLst/>
                <a:ahLst/>
                <a:cxnLst>
                  <a:cxn ang="0">
                    <a:pos x="wd2" y="hd2"/>
                  </a:cxn>
                  <a:cxn ang="5400000">
                    <a:pos x="wd2" y="hd2"/>
                  </a:cxn>
                  <a:cxn ang="10800000">
                    <a:pos x="wd2" y="hd2"/>
                  </a:cxn>
                  <a:cxn ang="16200000">
                    <a:pos x="wd2" y="hd2"/>
                  </a:cxn>
                </a:cxnLst>
                <a:rect l="0" t="0" r="r" b="b"/>
                <a:pathLst>
                  <a:path w="21600" h="21600" extrusionOk="0">
                    <a:moveTo>
                      <a:pt x="4862" y="0"/>
                    </a:moveTo>
                    <a:cubicBezTo>
                      <a:pt x="3463" y="0"/>
                      <a:pt x="2756" y="1"/>
                      <a:pt x="2009" y="118"/>
                    </a:cubicBezTo>
                    <a:cubicBezTo>
                      <a:pt x="1186" y="265"/>
                      <a:pt x="538" y="585"/>
                      <a:pt x="238" y="991"/>
                    </a:cubicBezTo>
                    <a:cubicBezTo>
                      <a:pt x="0" y="1362"/>
                      <a:pt x="0" y="1711"/>
                      <a:pt x="0" y="2399"/>
                    </a:cubicBezTo>
                    <a:lnTo>
                      <a:pt x="0" y="19190"/>
                    </a:lnTo>
                    <a:cubicBezTo>
                      <a:pt x="0" y="19888"/>
                      <a:pt x="0" y="20238"/>
                      <a:pt x="238" y="20609"/>
                    </a:cubicBezTo>
                    <a:cubicBezTo>
                      <a:pt x="538" y="21015"/>
                      <a:pt x="1186" y="21335"/>
                      <a:pt x="2009" y="21482"/>
                    </a:cubicBezTo>
                    <a:cubicBezTo>
                      <a:pt x="2761" y="21600"/>
                      <a:pt x="3468" y="21600"/>
                      <a:pt x="4862" y="21600"/>
                    </a:cubicBezTo>
                    <a:lnTo>
                      <a:pt x="16717" y="21600"/>
                    </a:lnTo>
                    <a:cubicBezTo>
                      <a:pt x="18133" y="21600"/>
                      <a:pt x="18840" y="21600"/>
                      <a:pt x="19592" y="21482"/>
                    </a:cubicBezTo>
                    <a:cubicBezTo>
                      <a:pt x="20415" y="21335"/>
                      <a:pt x="21062" y="21015"/>
                      <a:pt x="21362" y="20609"/>
                    </a:cubicBezTo>
                    <a:cubicBezTo>
                      <a:pt x="21600" y="20238"/>
                      <a:pt x="21600" y="19888"/>
                      <a:pt x="21600" y="19200"/>
                    </a:cubicBezTo>
                    <a:lnTo>
                      <a:pt x="21600" y="2410"/>
                    </a:lnTo>
                    <a:cubicBezTo>
                      <a:pt x="21600" y="1711"/>
                      <a:pt x="21600" y="1362"/>
                      <a:pt x="21362" y="991"/>
                    </a:cubicBezTo>
                    <a:cubicBezTo>
                      <a:pt x="21062" y="585"/>
                      <a:pt x="20415" y="265"/>
                      <a:pt x="19592" y="118"/>
                    </a:cubicBezTo>
                    <a:cubicBezTo>
                      <a:pt x="18840" y="0"/>
                      <a:pt x="18132" y="0"/>
                      <a:pt x="16738" y="0"/>
                    </a:cubicBezTo>
                    <a:lnTo>
                      <a:pt x="4862" y="0"/>
                    </a:lnTo>
                    <a:close/>
                    <a:moveTo>
                      <a:pt x="4609" y="377"/>
                    </a:moveTo>
                    <a:lnTo>
                      <a:pt x="16991" y="377"/>
                    </a:lnTo>
                    <a:cubicBezTo>
                      <a:pt x="18073" y="377"/>
                      <a:pt x="18624" y="376"/>
                      <a:pt x="19208" y="468"/>
                    </a:cubicBezTo>
                    <a:cubicBezTo>
                      <a:pt x="19847" y="582"/>
                      <a:pt x="20351" y="831"/>
                      <a:pt x="20583" y="1146"/>
                    </a:cubicBezTo>
                    <a:cubicBezTo>
                      <a:pt x="20768" y="1434"/>
                      <a:pt x="20768" y="1706"/>
                      <a:pt x="20768" y="2249"/>
                    </a:cubicBezTo>
                    <a:lnTo>
                      <a:pt x="20768" y="19359"/>
                    </a:lnTo>
                    <a:cubicBezTo>
                      <a:pt x="20768" y="19893"/>
                      <a:pt x="20768" y="20165"/>
                      <a:pt x="20583" y="20453"/>
                    </a:cubicBezTo>
                    <a:cubicBezTo>
                      <a:pt x="20351" y="20768"/>
                      <a:pt x="19847" y="21017"/>
                      <a:pt x="19208" y="21132"/>
                    </a:cubicBezTo>
                    <a:cubicBezTo>
                      <a:pt x="18624" y="21223"/>
                      <a:pt x="18073" y="21223"/>
                      <a:pt x="16974" y="21223"/>
                    </a:cubicBezTo>
                    <a:lnTo>
                      <a:pt x="4609" y="21223"/>
                    </a:lnTo>
                    <a:cubicBezTo>
                      <a:pt x="3527" y="21223"/>
                      <a:pt x="2976" y="21223"/>
                      <a:pt x="2392" y="21132"/>
                    </a:cubicBezTo>
                    <a:cubicBezTo>
                      <a:pt x="1753" y="21017"/>
                      <a:pt x="1251" y="20768"/>
                      <a:pt x="1018" y="20453"/>
                    </a:cubicBezTo>
                    <a:cubicBezTo>
                      <a:pt x="833" y="20165"/>
                      <a:pt x="832" y="19893"/>
                      <a:pt x="832" y="19351"/>
                    </a:cubicBezTo>
                    <a:lnTo>
                      <a:pt x="832" y="2240"/>
                    </a:lnTo>
                    <a:cubicBezTo>
                      <a:pt x="832" y="1706"/>
                      <a:pt x="833" y="1434"/>
                      <a:pt x="1018" y="1146"/>
                    </a:cubicBezTo>
                    <a:cubicBezTo>
                      <a:pt x="1251" y="831"/>
                      <a:pt x="1753" y="582"/>
                      <a:pt x="2392" y="468"/>
                    </a:cubicBezTo>
                    <a:cubicBezTo>
                      <a:pt x="2973" y="377"/>
                      <a:pt x="3522" y="377"/>
                      <a:pt x="4609" y="377"/>
                    </a:cubicBezTo>
                    <a:close/>
                  </a:path>
                </a:pathLst>
              </a:custGeom>
              <a:solidFill>
                <a:schemeClr val="tx1">
                  <a:lumMod val="75000"/>
                  <a:lumOff val="25000"/>
                </a:scheme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5" name="ïŝľïďé">
                <a:extLst>
                  <a:ext uri="{FF2B5EF4-FFF2-40B4-BE49-F238E27FC236}">
                    <a16:creationId xmlns:a16="http://schemas.microsoft.com/office/drawing/2014/main" id="{68B828F8-83C8-4B2E-B500-0D4BEFE72FCF}"/>
                  </a:ext>
                </a:extLst>
              </p:cNvPr>
              <p:cNvSpPr/>
              <p:nvPr/>
            </p:nvSpPr>
            <p:spPr>
              <a:xfrm>
                <a:off x="5021969" y="1424398"/>
                <a:ext cx="2147422" cy="4420198"/>
              </a:xfrm>
              <a:custGeom>
                <a:avLst/>
                <a:gdLst/>
                <a:ahLst/>
                <a:cxnLst>
                  <a:cxn ang="0">
                    <a:pos x="wd2" y="hd2"/>
                  </a:cxn>
                  <a:cxn ang="5400000">
                    <a:pos x="wd2" y="hd2"/>
                  </a:cxn>
                  <a:cxn ang="10800000">
                    <a:pos x="wd2" y="hd2"/>
                  </a:cxn>
                  <a:cxn ang="16200000">
                    <a:pos x="wd2" y="hd2"/>
                  </a:cxn>
                </a:cxnLst>
                <a:rect l="0" t="0" r="r" b="b"/>
                <a:pathLst>
                  <a:path w="21600" h="21600" extrusionOk="0">
                    <a:moveTo>
                      <a:pt x="4478" y="0"/>
                    </a:moveTo>
                    <a:cubicBezTo>
                      <a:pt x="3189" y="0"/>
                      <a:pt x="2539" y="1"/>
                      <a:pt x="1850" y="107"/>
                    </a:cubicBezTo>
                    <a:cubicBezTo>
                      <a:pt x="1093" y="241"/>
                      <a:pt x="495" y="531"/>
                      <a:pt x="219" y="899"/>
                    </a:cubicBezTo>
                    <a:cubicBezTo>
                      <a:pt x="0" y="1235"/>
                      <a:pt x="0" y="1552"/>
                      <a:pt x="0" y="2175"/>
                    </a:cubicBezTo>
                    <a:lnTo>
                      <a:pt x="0" y="19415"/>
                    </a:lnTo>
                    <a:cubicBezTo>
                      <a:pt x="0" y="20049"/>
                      <a:pt x="0" y="20365"/>
                      <a:pt x="219" y="20701"/>
                    </a:cubicBezTo>
                    <a:cubicBezTo>
                      <a:pt x="495" y="21069"/>
                      <a:pt x="1093" y="21359"/>
                      <a:pt x="1850" y="21493"/>
                    </a:cubicBezTo>
                    <a:cubicBezTo>
                      <a:pt x="2543" y="21600"/>
                      <a:pt x="3194" y="21600"/>
                      <a:pt x="4478" y="21600"/>
                    </a:cubicBezTo>
                    <a:lnTo>
                      <a:pt x="17103" y="21600"/>
                    </a:lnTo>
                    <a:cubicBezTo>
                      <a:pt x="18407" y="21600"/>
                      <a:pt x="19057" y="21600"/>
                      <a:pt x="19750" y="21493"/>
                    </a:cubicBezTo>
                    <a:cubicBezTo>
                      <a:pt x="20507" y="21359"/>
                      <a:pt x="21105" y="21069"/>
                      <a:pt x="21381" y="20701"/>
                    </a:cubicBezTo>
                    <a:cubicBezTo>
                      <a:pt x="21600" y="20365"/>
                      <a:pt x="21600" y="20048"/>
                      <a:pt x="21600" y="19425"/>
                    </a:cubicBezTo>
                    <a:lnTo>
                      <a:pt x="21600" y="2185"/>
                    </a:lnTo>
                    <a:cubicBezTo>
                      <a:pt x="21600" y="1551"/>
                      <a:pt x="21600" y="1235"/>
                      <a:pt x="21381" y="899"/>
                    </a:cubicBezTo>
                    <a:cubicBezTo>
                      <a:pt x="21105" y="531"/>
                      <a:pt x="20507" y="241"/>
                      <a:pt x="19750" y="107"/>
                    </a:cubicBezTo>
                    <a:cubicBezTo>
                      <a:pt x="19057" y="0"/>
                      <a:pt x="18406" y="0"/>
                      <a:pt x="17122" y="0"/>
                    </a:cubicBezTo>
                    <a:lnTo>
                      <a:pt x="4478" y="0"/>
                    </a:lnTo>
                    <a:close/>
                    <a:moveTo>
                      <a:pt x="4068" y="499"/>
                    </a:moveTo>
                    <a:lnTo>
                      <a:pt x="5025" y="499"/>
                    </a:lnTo>
                    <a:cubicBezTo>
                      <a:pt x="5096" y="503"/>
                      <a:pt x="5163" y="515"/>
                      <a:pt x="5212" y="541"/>
                    </a:cubicBezTo>
                    <a:cubicBezTo>
                      <a:pt x="5257" y="565"/>
                      <a:pt x="5280" y="596"/>
                      <a:pt x="5285" y="628"/>
                    </a:cubicBezTo>
                    <a:cubicBezTo>
                      <a:pt x="5292" y="675"/>
                      <a:pt x="5300" y="719"/>
                      <a:pt x="5312" y="761"/>
                    </a:cubicBezTo>
                    <a:cubicBezTo>
                      <a:pt x="5325" y="807"/>
                      <a:pt x="5343" y="851"/>
                      <a:pt x="5369" y="893"/>
                    </a:cubicBezTo>
                    <a:cubicBezTo>
                      <a:pt x="5426" y="969"/>
                      <a:pt x="5516" y="1037"/>
                      <a:pt x="5631" y="1092"/>
                    </a:cubicBezTo>
                    <a:cubicBezTo>
                      <a:pt x="5746" y="1148"/>
                      <a:pt x="5886" y="1192"/>
                      <a:pt x="6042" y="1220"/>
                    </a:cubicBezTo>
                    <a:cubicBezTo>
                      <a:pt x="6185" y="1242"/>
                      <a:pt x="6324" y="1253"/>
                      <a:pt x="6494" y="1258"/>
                    </a:cubicBezTo>
                    <a:cubicBezTo>
                      <a:pt x="6664" y="1264"/>
                      <a:pt x="6866" y="1263"/>
                      <a:pt x="7135" y="1263"/>
                    </a:cubicBezTo>
                    <a:lnTo>
                      <a:pt x="14440" y="1263"/>
                    </a:lnTo>
                    <a:cubicBezTo>
                      <a:pt x="14708" y="1263"/>
                      <a:pt x="14910" y="1264"/>
                      <a:pt x="15080" y="1258"/>
                    </a:cubicBezTo>
                    <a:cubicBezTo>
                      <a:pt x="15251" y="1253"/>
                      <a:pt x="15390" y="1242"/>
                      <a:pt x="15533" y="1220"/>
                    </a:cubicBezTo>
                    <a:cubicBezTo>
                      <a:pt x="15689" y="1192"/>
                      <a:pt x="15829" y="1148"/>
                      <a:pt x="15944" y="1092"/>
                    </a:cubicBezTo>
                    <a:cubicBezTo>
                      <a:pt x="16058" y="1037"/>
                      <a:pt x="16148" y="969"/>
                      <a:pt x="16205" y="893"/>
                    </a:cubicBezTo>
                    <a:cubicBezTo>
                      <a:pt x="16232" y="851"/>
                      <a:pt x="16249" y="807"/>
                      <a:pt x="16262" y="761"/>
                    </a:cubicBezTo>
                    <a:cubicBezTo>
                      <a:pt x="16274" y="719"/>
                      <a:pt x="16282" y="675"/>
                      <a:pt x="16289" y="628"/>
                    </a:cubicBezTo>
                    <a:cubicBezTo>
                      <a:pt x="16294" y="596"/>
                      <a:pt x="16318" y="565"/>
                      <a:pt x="16362" y="541"/>
                    </a:cubicBezTo>
                    <a:cubicBezTo>
                      <a:pt x="16412" y="515"/>
                      <a:pt x="16480" y="503"/>
                      <a:pt x="16551" y="499"/>
                    </a:cubicBezTo>
                    <a:lnTo>
                      <a:pt x="17532" y="499"/>
                    </a:lnTo>
                    <a:cubicBezTo>
                      <a:pt x="18404" y="499"/>
                      <a:pt x="18846" y="499"/>
                      <a:pt x="19317" y="571"/>
                    </a:cubicBezTo>
                    <a:cubicBezTo>
                      <a:pt x="19831" y="662"/>
                      <a:pt x="20237" y="859"/>
                      <a:pt x="20424" y="1109"/>
                    </a:cubicBezTo>
                    <a:cubicBezTo>
                      <a:pt x="20573" y="1338"/>
                      <a:pt x="20573" y="1553"/>
                      <a:pt x="20573" y="1983"/>
                    </a:cubicBezTo>
                    <a:lnTo>
                      <a:pt x="20573" y="19623"/>
                    </a:lnTo>
                    <a:cubicBezTo>
                      <a:pt x="20573" y="20046"/>
                      <a:pt x="20573" y="20262"/>
                      <a:pt x="20424" y="20491"/>
                    </a:cubicBezTo>
                    <a:cubicBezTo>
                      <a:pt x="20237" y="20741"/>
                      <a:pt x="19831" y="20938"/>
                      <a:pt x="19317" y="21029"/>
                    </a:cubicBezTo>
                    <a:cubicBezTo>
                      <a:pt x="18846" y="21101"/>
                      <a:pt x="18403" y="21101"/>
                      <a:pt x="17517" y="21101"/>
                    </a:cubicBezTo>
                    <a:lnTo>
                      <a:pt x="4068" y="21101"/>
                    </a:lnTo>
                    <a:cubicBezTo>
                      <a:pt x="3196" y="21101"/>
                      <a:pt x="2754" y="21101"/>
                      <a:pt x="2283" y="21029"/>
                    </a:cubicBezTo>
                    <a:cubicBezTo>
                      <a:pt x="1769" y="20938"/>
                      <a:pt x="1363" y="20741"/>
                      <a:pt x="1176" y="20491"/>
                    </a:cubicBezTo>
                    <a:cubicBezTo>
                      <a:pt x="1027" y="20262"/>
                      <a:pt x="1027" y="20047"/>
                      <a:pt x="1027" y="19617"/>
                    </a:cubicBezTo>
                    <a:lnTo>
                      <a:pt x="1027" y="1977"/>
                    </a:lnTo>
                    <a:cubicBezTo>
                      <a:pt x="1027" y="1554"/>
                      <a:pt x="1027" y="1338"/>
                      <a:pt x="1176" y="1109"/>
                    </a:cubicBezTo>
                    <a:cubicBezTo>
                      <a:pt x="1363" y="859"/>
                      <a:pt x="1769" y="662"/>
                      <a:pt x="2283" y="571"/>
                    </a:cubicBezTo>
                    <a:cubicBezTo>
                      <a:pt x="2751" y="499"/>
                      <a:pt x="3195" y="499"/>
                      <a:pt x="4068" y="499"/>
                    </a:cubicBezTo>
                    <a:close/>
                  </a:path>
                </a:pathLst>
              </a:custGeom>
              <a:solidFill>
                <a:schemeClr val="tx1">
                  <a:lumMod val="85000"/>
                  <a:lumOff val="15000"/>
                </a:scheme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6" name="îsḻîďé">
                <a:extLst>
                  <a:ext uri="{FF2B5EF4-FFF2-40B4-BE49-F238E27FC236}">
                    <a16:creationId xmlns:a16="http://schemas.microsoft.com/office/drawing/2014/main" id="{75AEFC6A-D2D0-4B2B-99EA-89201BBC08CE}"/>
                  </a:ext>
                </a:extLst>
              </p:cNvPr>
              <p:cNvSpPr/>
              <p:nvPr/>
            </p:nvSpPr>
            <p:spPr>
              <a:xfrm>
                <a:off x="6296131" y="1534822"/>
                <a:ext cx="63303" cy="63303"/>
              </a:xfrm>
              <a:prstGeom prst="ellipse">
                <a:avLst/>
              </a:prstGeom>
              <a:solidFill>
                <a:schemeClr val="bg1">
                  <a:lumMod val="65000"/>
                </a:schemeClr>
              </a:solidFill>
              <a:ln w="12700" cap="flat">
                <a:noFill/>
                <a:miter lim="400000"/>
              </a:ln>
              <a:effectLst/>
            </p:spPr>
            <p:txBody>
              <a:bodyPr wrap="square" lIns="91440" tIns="45720" rIns="91440" bIns="45720" numCol="1"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sp>
            <p:nvSpPr>
              <p:cNvPr id="27" name="íṥlidé">
                <a:extLst>
                  <a:ext uri="{FF2B5EF4-FFF2-40B4-BE49-F238E27FC236}">
                    <a16:creationId xmlns:a16="http://schemas.microsoft.com/office/drawing/2014/main" id="{B3660F8B-7614-4F77-B111-D750AF795E0E}"/>
                  </a:ext>
                </a:extLst>
              </p:cNvPr>
              <p:cNvSpPr/>
              <p:nvPr/>
            </p:nvSpPr>
            <p:spPr>
              <a:xfrm>
                <a:off x="5958538" y="1547431"/>
                <a:ext cx="270506" cy="38172"/>
              </a:xfrm>
              <a:custGeom>
                <a:avLst/>
                <a:gdLst/>
                <a:ahLst/>
                <a:cxnLst>
                  <a:cxn ang="0">
                    <a:pos x="wd2" y="hd2"/>
                  </a:cxn>
                  <a:cxn ang="5400000">
                    <a:pos x="wd2" y="hd2"/>
                  </a:cxn>
                  <a:cxn ang="10800000">
                    <a:pos x="wd2" y="hd2"/>
                  </a:cxn>
                  <a:cxn ang="16200000">
                    <a:pos x="wd2" y="hd2"/>
                  </a:cxn>
                </a:cxnLst>
                <a:rect l="0" t="0" r="r" b="b"/>
                <a:pathLst>
                  <a:path w="21600" h="21600" extrusionOk="0">
                    <a:moveTo>
                      <a:pt x="1524" y="0"/>
                    </a:moveTo>
                    <a:cubicBezTo>
                      <a:pt x="1103" y="0"/>
                      <a:pt x="729" y="1260"/>
                      <a:pt x="453" y="3213"/>
                    </a:cubicBezTo>
                    <a:cubicBezTo>
                      <a:pt x="178" y="5166"/>
                      <a:pt x="0" y="7820"/>
                      <a:pt x="0" y="10800"/>
                    </a:cubicBezTo>
                    <a:cubicBezTo>
                      <a:pt x="0" y="16761"/>
                      <a:pt x="683" y="21600"/>
                      <a:pt x="1524" y="21600"/>
                    </a:cubicBezTo>
                    <a:cubicBezTo>
                      <a:pt x="1961" y="21600"/>
                      <a:pt x="2397" y="21600"/>
                      <a:pt x="2834" y="21600"/>
                    </a:cubicBezTo>
                    <a:cubicBezTo>
                      <a:pt x="5336" y="21600"/>
                      <a:pt x="7838" y="21600"/>
                      <a:pt x="10340" y="21600"/>
                    </a:cubicBezTo>
                    <a:cubicBezTo>
                      <a:pt x="10533" y="21600"/>
                      <a:pt x="10727" y="21600"/>
                      <a:pt x="10920" y="21600"/>
                    </a:cubicBezTo>
                    <a:lnTo>
                      <a:pt x="20076" y="21600"/>
                    </a:lnTo>
                    <a:cubicBezTo>
                      <a:pt x="20497" y="21600"/>
                      <a:pt x="20871" y="20340"/>
                      <a:pt x="21147" y="18387"/>
                    </a:cubicBezTo>
                    <a:cubicBezTo>
                      <a:pt x="21422" y="16434"/>
                      <a:pt x="21600" y="13780"/>
                      <a:pt x="21600" y="10800"/>
                    </a:cubicBezTo>
                    <a:cubicBezTo>
                      <a:pt x="21600" y="4839"/>
                      <a:pt x="20917" y="0"/>
                      <a:pt x="20076" y="0"/>
                    </a:cubicBezTo>
                    <a:cubicBezTo>
                      <a:pt x="19639" y="0"/>
                      <a:pt x="19203" y="0"/>
                      <a:pt x="18766" y="0"/>
                    </a:cubicBezTo>
                    <a:cubicBezTo>
                      <a:pt x="16264" y="0"/>
                      <a:pt x="13762" y="0"/>
                      <a:pt x="11260" y="0"/>
                    </a:cubicBezTo>
                    <a:lnTo>
                      <a:pt x="1524" y="0"/>
                    </a:lnTo>
                    <a:close/>
                  </a:path>
                </a:pathLst>
              </a:custGeom>
              <a:solidFill>
                <a:schemeClr val="bg1">
                  <a:lumMod val="65000"/>
                </a:schemeClr>
              </a:solidFill>
              <a:ln w="12700" cap="flat">
                <a:noFill/>
                <a:miter lim="400000"/>
              </a:ln>
              <a:effectLst/>
            </p:spPr>
            <p:txBody>
              <a:bodyPr wrap="square" lIns="91440" tIns="45720" rIns="91440" bIns="45720" numCol="1"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sz="3200">
                    <a:solidFill>
                      <a:schemeClr val="accent1">
                        <a:hueOff val="-12342858"/>
                        <a:satOff val="-30434"/>
                        <a:lumOff val="4509"/>
                      </a:schemeClr>
                    </a:solidFill>
                  </a:defRPr>
                </a:pPr>
                <a:endParaRPr/>
              </a:p>
            </p:txBody>
          </p:sp>
        </p:grpSp>
        <p:sp>
          <p:nvSpPr>
            <p:cNvPr id="9" name="ïṧlíḍe">
              <a:extLst>
                <a:ext uri="{FF2B5EF4-FFF2-40B4-BE49-F238E27FC236}">
                  <a16:creationId xmlns:a16="http://schemas.microsoft.com/office/drawing/2014/main" id="{928B56F9-3C9A-4C68-8B4F-C9C30345916C}"/>
                </a:ext>
              </a:extLst>
            </p:cNvPr>
            <p:cNvSpPr txBox="1"/>
            <p:nvPr/>
          </p:nvSpPr>
          <p:spPr>
            <a:xfrm>
              <a:off x="673100" y="2707788"/>
              <a:ext cx="3625073" cy="1861524"/>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buSzPct val="25000"/>
                <a:defRPr/>
              </a:pPr>
              <a:r>
                <a:rPr lang="zh-CN" altLang="en-US" sz="1400" dirty="0">
                  <a:solidFill>
                    <a:schemeClr val="bg1"/>
                  </a:solidFill>
                  <a:cs typeface="+mn-ea"/>
                  <a:sym typeface="+mn-lt"/>
                </a:rPr>
                <a:t>在此输入您的文本内容或者复制粘贴文字内容到此处</a:t>
              </a:r>
              <a:endParaRPr lang="en-US" altLang="zh-CN" sz="1400" dirty="0">
                <a:solidFill>
                  <a:schemeClr val="bg1"/>
                </a:solidFill>
                <a:cs typeface="+mn-ea"/>
                <a:sym typeface="+mn-lt"/>
              </a:endParaRPr>
            </a:p>
            <a:p>
              <a:pPr algn="just">
                <a:lnSpc>
                  <a:spcPct val="150000"/>
                </a:lnSpc>
                <a:buSzPct val="25000"/>
                <a:defRPr/>
              </a:pPr>
              <a:r>
                <a:rPr lang="zh-CN" altLang="en-US" sz="1400" dirty="0">
                  <a:solidFill>
                    <a:schemeClr val="bg1"/>
                  </a:solidFill>
                  <a:cs typeface="+mn-ea"/>
                  <a:sym typeface="+mn-lt"/>
                </a:rPr>
                <a:t>在此输入您的文本内容或者复制粘贴文字内容到此处</a:t>
              </a:r>
              <a:endParaRPr lang="en-US" altLang="zh-CN" sz="1400" dirty="0">
                <a:solidFill>
                  <a:schemeClr val="bg1"/>
                </a:solidFill>
                <a:cs typeface="+mn-ea"/>
                <a:sym typeface="+mn-lt"/>
              </a:endParaRPr>
            </a:p>
            <a:p>
              <a:pPr lvl="0" algn="just">
                <a:lnSpc>
                  <a:spcPct val="150000"/>
                </a:lnSpc>
                <a:buSzPct val="25000"/>
                <a:defRPr/>
              </a:pPr>
              <a:endParaRPr lang="en-US" altLang="zh-CN" sz="1400" dirty="0">
                <a:solidFill>
                  <a:schemeClr val="bg1"/>
                </a:solidFill>
                <a:cs typeface="+mn-ea"/>
                <a:sym typeface="+mn-lt"/>
              </a:endParaRPr>
            </a:p>
          </p:txBody>
        </p:sp>
        <p:grpSp>
          <p:nvGrpSpPr>
            <p:cNvPr id="10" name="ïSḷídê">
              <a:extLst>
                <a:ext uri="{FF2B5EF4-FFF2-40B4-BE49-F238E27FC236}">
                  <a16:creationId xmlns:a16="http://schemas.microsoft.com/office/drawing/2014/main" id="{B4D0B90E-1A97-4448-BC4B-73AE4665C2AF}"/>
                </a:ext>
              </a:extLst>
            </p:cNvPr>
            <p:cNvGrpSpPr/>
            <p:nvPr/>
          </p:nvGrpSpPr>
          <p:grpSpPr>
            <a:xfrm>
              <a:off x="6308129" y="2462768"/>
              <a:ext cx="2554651" cy="2351564"/>
              <a:chOff x="6383161" y="2462768"/>
              <a:chExt cx="2554651" cy="2351564"/>
            </a:xfrm>
          </p:grpSpPr>
          <p:grpSp>
            <p:nvGrpSpPr>
              <p:cNvPr id="17" name="iSlidê">
                <a:extLst>
                  <a:ext uri="{FF2B5EF4-FFF2-40B4-BE49-F238E27FC236}">
                    <a16:creationId xmlns:a16="http://schemas.microsoft.com/office/drawing/2014/main" id="{8543B2B9-A240-447E-97F5-56D2A79C375F}"/>
                  </a:ext>
                </a:extLst>
              </p:cNvPr>
              <p:cNvGrpSpPr/>
              <p:nvPr/>
            </p:nvGrpSpPr>
            <p:grpSpPr>
              <a:xfrm>
                <a:off x="6383161" y="3205188"/>
                <a:ext cx="2554651" cy="1609144"/>
                <a:chOff x="6383161" y="3541911"/>
                <a:chExt cx="2298623" cy="1609144"/>
              </a:xfrm>
            </p:grpSpPr>
            <p:sp>
              <p:nvSpPr>
                <p:cNvPr id="19" name="îśľîḋé">
                  <a:extLst>
                    <a:ext uri="{FF2B5EF4-FFF2-40B4-BE49-F238E27FC236}">
                      <a16:creationId xmlns:a16="http://schemas.microsoft.com/office/drawing/2014/main" id="{23C7B27E-BA81-45BD-9D1A-90796134D0AB}"/>
                    </a:ext>
                  </a:extLst>
                </p:cNvPr>
                <p:cNvSpPr/>
                <p:nvPr/>
              </p:nvSpPr>
              <p:spPr bwMode="auto">
                <a:xfrm>
                  <a:off x="6383161" y="3983716"/>
                  <a:ext cx="2298623" cy="116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0" name="îSḷíḓé">
                  <a:extLst>
                    <a:ext uri="{FF2B5EF4-FFF2-40B4-BE49-F238E27FC236}">
                      <a16:creationId xmlns:a16="http://schemas.microsoft.com/office/drawing/2014/main" id="{BAF77048-6151-4B25-B98F-2C92E82F4B6F}"/>
                    </a:ext>
                  </a:extLst>
                </p:cNvPr>
                <p:cNvSpPr txBox="1"/>
                <p:nvPr/>
              </p:nvSpPr>
              <p:spPr bwMode="auto">
                <a:xfrm>
                  <a:off x="6383161" y="3541911"/>
                  <a:ext cx="229862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grpSp>
          <p:sp>
            <p:nvSpPr>
              <p:cNvPr id="18" name="isľïḍè">
                <a:extLst>
                  <a:ext uri="{FF2B5EF4-FFF2-40B4-BE49-F238E27FC236}">
                    <a16:creationId xmlns:a16="http://schemas.microsoft.com/office/drawing/2014/main" id="{A5C397FC-FAE4-42FC-B065-DF8B86FC488B}"/>
                  </a:ext>
                </a:extLst>
              </p:cNvPr>
              <p:cNvSpPr/>
              <p:nvPr/>
            </p:nvSpPr>
            <p:spPr bwMode="auto">
              <a:xfrm>
                <a:off x="7346328" y="2462768"/>
                <a:ext cx="628316" cy="628902"/>
              </a:xfrm>
              <a:custGeom>
                <a:avLst/>
                <a:gdLst>
                  <a:gd name="connsiteX0" fmla="*/ 451337 w 606157"/>
                  <a:gd name="connsiteY0" fmla="*/ 147905 h 606722"/>
                  <a:gd name="connsiteX1" fmla="*/ 569477 w 606157"/>
                  <a:gd name="connsiteY1" fmla="*/ 147905 h 606722"/>
                  <a:gd name="connsiteX2" fmla="*/ 606157 w 606157"/>
                  <a:gd name="connsiteY2" fmla="*/ 186562 h 606722"/>
                  <a:gd name="connsiteX3" fmla="*/ 606157 w 606157"/>
                  <a:gd name="connsiteY3" fmla="*/ 363939 h 606722"/>
                  <a:gd name="connsiteX4" fmla="*/ 584434 w 606157"/>
                  <a:gd name="connsiteY4" fmla="*/ 385711 h 606722"/>
                  <a:gd name="connsiteX5" fmla="*/ 557904 w 606157"/>
                  <a:gd name="connsiteY5" fmla="*/ 385711 h 606722"/>
                  <a:gd name="connsiteX6" fmla="*/ 549980 w 606157"/>
                  <a:gd name="connsiteY6" fmla="*/ 548781 h 606722"/>
                  <a:gd name="connsiteX7" fmla="*/ 489085 w 606157"/>
                  <a:gd name="connsiteY7" fmla="*/ 606722 h 606722"/>
                  <a:gd name="connsiteX8" fmla="*/ 426854 w 606157"/>
                  <a:gd name="connsiteY8" fmla="*/ 547537 h 606722"/>
                  <a:gd name="connsiteX9" fmla="*/ 420711 w 606157"/>
                  <a:gd name="connsiteY9" fmla="*/ 420814 h 606722"/>
                  <a:gd name="connsiteX10" fmla="*/ 461219 w 606157"/>
                  <a:gd name="connsiteY10" fmla="*/ 363228 h 606722"/>
                  <a:gd name="connsiteX11" fmla="*/ 461219 w 606157"/>
                  <a:gd name="connsiteY11" fmla="*/ 185762 h 606722"/>
                  <a:gd name="connsiteX12" fmla="*/ 451337 w 606157"/>
                  <a:gd name="connsiteY12" fmla="*/ 147905 h 606722"/>
                  <a:gd name="connsiteX13" fmla="*/ 38457 w 606157"/>
                  <a:gd name="connsiteY13" fmla="*/ 147552 h 606722"/>
                  <a:gd name="connsiteX14" fmla="*/ 155074 w 606157"/>
                  <a:gd name="connsiteY14" fmla="*/ 147552 h 606722"/>
                  <a:gd name="connsiteX15" fmla="*/ 145014 w 606157"/>
                  <a:gd name="connsiteY15" fmla="*/ 185766 h 606722"/>
                  <a:gd name="connsiteX16" fmla="*/ 145014 w 606157"/>
                  <a:gd name="connsiteY16" fmla="*/ 363239 h 606722"/>
                  <a:gd name="connsiteX17" fmla="*/ 187210 w 606157"/>
                  <a:gd name="connsiteY17" fmla="*/ 421360 h 606722"/>
                  <a:gd name="connsiteX18" fmla="*/ 181068 w 606157"/>
                  <a:gd name="connsiteY18" fmla="*/ 548444 h 606722"/>
                  <a:gd name="connsiteX19" fmla="*/ 120178 w 606157"/>
                  <a:gd name="connsiteY19" fmla="*/ 606298 h 606722"/>
                  <a:gd name="connsiteX20" fmla="*/ 57952 w 606157"/>
                  <a:gd name="connsiteY20" fmla="*/ 547200 h 606722"/>
                  <a:gd name="connsiteX21" fmla="*/ 50029 w 606157"/>
                  <a:gd name="connsiteY21" fmla="*/ 385279 h 606722"/>
                  <a:gd name="connsiteX22" fmla="*/ 21810 w 606157"/>
                  <a:gd name="connsiteY22" fmla="*/ 385279 h 606722"/>
                  <a:gd name="connsiteX23" fmla="*/ 0 w 606157"/>
                  <a:gd name="connsiteY23" fmla="*/ 363595 h 606722"/>
                  <a:gd name="connsiteX24" fmla="*/ 0 w 606157"/>
                  <a:gd name="connsiteY24" fmla="*/ 186122 h 606722"/>
                  <a:gd name="connsiteX25" fmla="*/ 38457 w 606157"/>
                  <a:gd name="connsiteY25" fmla="*/ 147552 h 606722"/>
                  <a:gd name="connsiteX26" fmla="*/ 222975 w 606157"/>
                  <a:gd name="connsiteY26" fmla="*/ 147058 h 606722"/>
                  <a:gd name="connsiteX27" fmla="*/ 282512 w 606157"/>
                  <a:gd name="connsiteY27" fmla="*/ 147058 h 606722"/>
                  <a:gd name="connsiteX28" fmla="*/ 270498 w 606157"/>
                  <a:gd name="connsiteY28" fmla="*/ 159057 h 606722"/>
                  <a:gd name="connsiteX29" fmla="*/ 270498 w 606157"/>
                  <a:gd name="connsiteY29" fmla="*/ 169278 h 606722"/>
                  <a:gd name="connsiteX30" fmla="*/ 283224 w 606157"/>
                  <a:gd name="connsiteY30" fmla="*/ 181988 h 606722"/>
                  <a:gd name="connsiteX31" fmla="*/ 273345 w 606157"/>
                  <a:gd name="connsiteY31" fmla="*/ 292199 h 606722"/>
                  <a:gd name="connsiteX32" fmla="*/ 276193 w 606157"/>
                  <a:gd name="connsiteY32" fmla="*/ 302953 h 606722"/>
                  <a:gd name="connsiteX33" fmla="*/ 297196 w 606157"/>
                  <a:gd name="connsiteY33" fmla="*/ 332550 h 606722"/>
                  <a:gd name="connsiteX34" fmla="*/ 303070 w 606157"/>
                  <a:gd name="connsiteY34" fmla="*/ 335572 h 606722"/>
                  <a:gd name="connsiteX35" fmla="*/ 309032 w 606157"/>
                  <a:gd name="connsiteY35" fmla="*/ 332550 h 606722"/>
                  <a:gd name="connsiteX36" fmla="*/ 329946 w 606157"/>
                  <a:gd name="connsiteY36" fmla="*/ 302953 h 606722"/>
                  <a:gd name="connsiteX37" fmla="*/ 332883 w 606157"/>
                  <a:gd name="connsiteY37" fmla="*/ 292199 h 606722"/>
                  <a:gd name="connsiteX38" fmla="*/ 323004 w 606157"/>
                  <a:gd name="connsiteY38" fmla="*/ 181988 h 606722"/>
                  <a:gd name="connsiteX39" fmla="*/ 335641 w 606157"/>
                  <a:gd name="connsiteY39" fmla="*/ 169278 h 606722"/>
                  <a:gd name="connsiteX40" fmla="*/ 335641 w 606157"/>
                  <a:gd name="connsiteY40" fmla="*/ 159057 h 606722"/>
                  <a:gd name="connsiteX41" fmla="*/ 323627 w 606157"/>
                  <a:gd name="connsiteY41" fmla="*/ 147058 h 606722"/>
                  <a:gd name="connsiteX42" fmla="*/ 385033 w 606157"/>
                  <a:gd name="connsiteY42" fmla="*/ 147058 h 606722"/>
                  <a:gd name="connsiteX43" fmla="*/ 385033 w 606157"/>
                  <a:gd name="connsiteY43" fmla="*/ 147147 h 606722"/>
                  <a:gd name="connsiteX44" fmla="*/ 421699 w 606157"/>
                  <a:gd name="connsiteY44" fmla="*/ 185721 h 606722"/>
                  <a:gd name="connsiteX45" fmla="*/ 421699 w 606157"/>
                  <a:gd name="connsiteY45" fmla="*/ 363214 h 606722"/>
                  <a:gd name="connsiteX46" fmla="*/ 399895 w 606157"/>
                  <a:gd name="connsiteY46" fmla="*/ 384901 h 606722"/>
                  <a:gd name="connsiteX47" fmla="*/ 373375 w 606157"/>
                  <a:gd name="connsiteY47" fmla="*/ 384901 h 606722"/>
                  <a:gd name="connsiteX48" fmla="*/ 371506 w 606157"/>
                  <a:gd name="connsiteY48" fmla="*/ 424363 h 606722"/>
                  <a:gd name="connsiteX49" fmla="*/ 365455 w 606157"/>
                  <a:gd name="connsiteY49" fmla="*/ 548084 h 606722"/>
                  <a:gd name="connsiteX50" fmla="*/ 304582 w 606157"/>
                  <a:gd name="connsiteY50" fmla="*/ 605945 h 606722"/>
                  <a:gd name="connsiteX51" fmla="*/ 242464 w 606157"/>
                  <a:gd name="connsiteY51" fmla="*/ 546840 h 606722"/>
                  <a:gd name="connsiteX52" fmla="*/ 236502 w 606157"/>
                  <a:gd name="connsiteY52" fmla="*/ 424363 h 606722"/>
                  <a:gd name="connsiteX53" fmla="*/ 234544 w 606157"/>
                  <a:gd name="connsiteY53" fmla="*/ 384901 h 606722"/>
                  <a:gd name="connsiteX54" fmla="*/ 206244 w 606157"/>
                  <a:gd name="connsiteY54" fmla="*/ 384901 h 606722"/>
                  <a:gd name="connsiteX55" fmla="*/ 184529 w 606157"/>
                  <a:gd name="connsiteY55" fmla="*/ 363214 h 606722"/>
                  <a:gd name="connsiteX56" fmla="*/ 184529 w 606157"/>
                  <a:gd name="connsiteY56" fmla="*/ 185721 h 606722"/>
                  <a:gd name="connsiteX57" fmla="*/ 222975 w 606157"/>
                  <a:gd name="connsiteY57" fmla="*/ 147058 h 606722"/>
                  <a:gd name="connsiteX58" fmla="*/ 488454 w 606157"/>
                  <a:gd name="connsiteY58" fmla="*/ 706 h 606722"/>
                  <a:gd name="connsiteX59" fmla="*/ 550481 w 606157"/>
                  <a:gd name="connsiteY59" fmla="*/ 62663 h 606722"/>
                  <a:gd name="connsiteX60" fmla="*/ 488454 w 606157"/>
                  <a:gd name="connsiteY60" fmla="*/ 124620 h 606722"/>
                  <a:gd name="connsiteX61" fmla="*/ 426427 w 606157"/>
                  <a:gd name="connsiteY61" fmla="*/ 62663 h 606722"/>
                  <a:gd name="connsiteX62" fmla="*/ 488454 w 606157"/>
                  <a:gd name="connsiteY62" fmla="*/ 706 h 606722"/>
                  <a:gd name="connsiteX63" fmla="*/ 119538 w 606157"/>
                  <a:gd name="connsiteY63" fmla="*/ 353 h 606722"/>
                  <a:gd name="connsiteX64" fmla="*/ 181565 w 606157"/>
                  <a:gd name="connsiteY64" fmla="*/ 62310 h 606722"/>
                  <a:gd name="connsiteX65" fmla="*/ 119538 w 606157"/>
                  <a:gd name="connsiteY65" fmla="*/ 124267 h 606722"/>
                  <a:gd name="connsiteX66" fmla="*/ 57511 w 606157"/>
                  <a:gd name="connsiteY66" fmla="*/ 62310 h 606722"/>
                  <a:gd name="connsiteX67" fmla="*/ 119538 w 606157"/>
                  <a:gd name="connsiteY67" fmla="*/ 353 h 606722"/>
                  <a:gd name="connsiteX68" fmla="*/ 303961 w 606157"/>
                  <a:gd name="connsiteY68" fmla="*/ 0 h 606722"/>
                  <a:gd name="connsiteX69" fmla="*/ 366024 w 606157"/>
                  <a:gd name="connsiteY69" fmla="*/ 61957 h 606722"/>
                  <a:gd name="connsiteX70" fmla="*/ 303961 w 606157"/>
                  <a:gd name="connsiteY70" fmla="*/ 123914 h 606722"/>
                  <a:gd name="connsiteX71" fmla="*/ 241898 w 606157"/>
                  <a:gd name="connsiteY71" fmla="*/ 61957 h 606722"/>
                  <a:gd name="connsiteX72" fmla="*/ 303961 w 606157"/>
                  <a:gd name="connsiteY7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6157" h="606722">
                    <a:moveTo>
                      <a:pt x="451337" y="147905"/>
                    </a:moveTo>
                    <a:lnTo>
                      <a:pt x="569477" y="147905"/>
                    </a:lnTo>
                    <a:cubicBezTo>
                      <a:pt x="589954" y="148971"/>
                      <a:pt x="606157" y="165856"/>
                      <a:pt x="606157" y="186562"/>
                    </a:cubicBezTo>
                    <a:lnTo>
                      <a:pt x="606157" y="363939"/>
                    </a:lnTo>
                    <a:cubicBezTo>
                      <a:pt x="606157" y="375936"/>
                      <a:pt x="596453" y="385711"/>
                      <a:pt x="584434" y="385711"/>
                    </a:cubicBezTo>
                    <a:lnTo>
                      <a:pt x="557904" y="385711"/>
                    </a:lnTo>
                    <a:lnTo>
                      <a:pt x="549980" y="548781"/>
                    </a:lnTo>
                    <a:cubicBezTo>
                      <a:pt x="548378" y="581217"/>
                      <a:pt x="521580" y="606722"/>
                      <a:pt x="489085" y="606722"/>
                    </a:cubicBezTo>
                    <a:cubicBezTo>
                      <a:pt x="455877" y="606722"/>
                      <a:pt x="428456" y="580684"/>
                      <a:pt x="426854" y="547537"/>
                    </a:cubicBezTo>
                    <a:lnTo>
                      <a:pt x="420711" y="420814"/>
                    </a:lnTo>
                    <a:cubicBezTo>
                      <a:pt x="444482" y="412194"/>
                      <a:pt x="461219" y="389355"/>
                      <a:pt x="461219" y="363228"/>
                    </a:cubicBezTo>
                    <a:lnTo>
                      <a:pt x="461219" y="185762"/>
                    </a:lnTo>
                    <a:cubicBezTo>
                      <a:pt x="461219" y="172077"/>
                      <a:pt x="457658" y="159102"/>
                      <a:pt x="451337" y="147905"/>
                    </a:cubicBezTo>
                    <a:close/>
                    <a:moveTo>
                      <a:pt x="38457" y="147552"/>
                    </a:moveTo>
                    <a:lnTo>
                      <a:pt x="155074" y="147552"/>
                    </a:lnTo>
                    <a:cubicBezTo>
                      <a:pt x="148664" y="158839"/>
                      <a:pt x="145014" y="171902"/>
                      <a:pt x="145014" y="185766"/>
                    </a:cubicBezTo>
                    <a:lnTo>
                      <a:pt x="145014" y="363239"/>
                    </a:lnTo>
                    <a:cubicBezTo>
                      <a:pt x="145014" y="389811"/>
                      <a:pt x="162284" y="413184"/>
                      <a:pt x="187210" y="421360"/>
                    </a:cubicBezTo>
                    <a:lnTo>
                      <a:pt x="181068" y="548444"/>
                    </a:lnTo>
                    <a:cubicBezTo>
                      <a:pt x="179465" y="580881"/>
                      <a:pt x="152670" y="606298"/>
                      <a:pt x="120178" y="606298"/>
                    </a:cubicBezTo>
                    <a:cubicBezTo>
                      <a:pt x="86973" y="606298"/>
                      <a:pt x="59555" y="580348"/>
                      <a:pt x="57952" y="547200"/>
                    </a:cubicBezTo>
                    <a:lnTo>
                      <a:pt x="50029" y="385279"/>
                    </a:lnTo>
                    <a:lnTo>
                      <a:pt x="21810" y="385279"/>
                    </a:lnTo>
                    <a:cubicBezTo>
                      <a:pt x="9792" y="385279"/>
                      <a:pt x="0" y="375592"/>
                      <a:pt x="0" y="363595"/>
                    </a:cubicBezTo>
                    <a:lnTo>
                      <a:pt x="0" y="186122"/>
                    </a:lnTo>
                    <a:cubicBezTo>
                      <a:pt x="0" y="164882"/>
                      <a:pt x="17181" y="147641"/>
                      <a:pt x="38457" y="147552"/>
                    </a:cubicBezTo>
                    <a:close/>
                    <a:moveTo>
                      <a:pt x="222975" y="147058"/>
                    </a:moveTo>
                    <a:lnTo>
                      <a:pt x="282512" y="147058"/>
                    </a:lnTo>
                    <a:lnTo>
                      <a:pt x="270498" y="159057"/>
                    </a:lnTo>
                    <a:cubicBezTo>
                      <a:pt x="267739" y="161901"/>
                      <a:pt x="267739" y="166523"/>
                      <a:pt x="270498" y="169278"/>
                    </a:cubicBezTo>
                    <a:lnTo>
                      <a:pt x="283224" y="181988"/>
                    </a:lnTo>
                    <a:lnTo>
                      <a:pt x="273345" y="292199"/>
                    </a:lnTo>
                    <a:cubicBezTo>
                      <a:pt x="272989" y="296021"/>
                      <a:pt x="274057" y="299754"/>
                      <a:pt x="276193" y="302953"/>
                    </a:cubicBezTo>
                    <a:lnTo>
                      <a:pt x="297196" y="332550"/>
                    </a:lnTo>
                    <a:cubicBezTo>
                      <a:pt x="298531" y="334417"/>
                      <a:pt x="300756" y="335572"/>
                      <a:pt x="303070" y="335572"/>
                    </a:cubicBezTo>
                    <a:cubicBezTo>
                      <a:pt x="305472" y="335572"/>
                      <a:pt x="307608" y="334417"/>
                      <a:pt x="309032" y="332550"/>
                    </a:cubicBezTo>
                    <a:lnTo>
                      <a:pt x="329946" y="302953"/>
                    </a:lnTo>
                    <a:cubicBezTo>
                      <a:pt x="332171" y="299754"/>
                      <a:pt x="333239" y="296021"/>
                      <a:pt x="332883" y="292199"/>
                    </a:cubicBezTo>
                    <a:lnTo>
                      <a:pt x="323004" y="181988"/>
                    </a:lnTo>
                    <a:lnTo>
                      <a:pt x="335641" y="169278"/>
                    </a:lnTo>
                    <a:cubicBezTo>
                      <a:pt x="338489" y="166523"/>
                      <a:pt x="338489" y="161901"/>
                      <a:pt x="335641" y="159057"/>
                    </a:cubicBezTo>
                    <a:lnTo>
                      <a:pt x="323627" y="147058"/>
                    </a:lnTo>
                    <a:lnTo>
                      <a:pt x="385033" y="147058"/>
                    </a:lnTo>
                    <a:lnTo>
                      <a:pt x="385033" y="147147"/>
                    </a:lnTo>
                    <a:cubicBezTo>
                      <a:pt x="405413" y="148214"/>
                      <a:pt x="421699" y="165101"/>
                      <a:pt x="421699" y="185721"/>
                    </a:cubicBezTo>
                    <a:lnTo>
                      <a:pt x="421699" y="363214"/>
                    </a:lnTo>
                    <a:cubicBezTo>
                      <a:pt x="421699" y="375213"/>
                      <a:pt x="411910" y="384901"/>
                      <a:pt x="399895" y="384901"/>
                    </a:cubicBezTo>
                    <a:lnTo>
                      <a:pt x="373375" y="384901"/>
                    </a:lnTo>
                    <a:lnTo>
                      <a:pt x="371506" y="424363"/>
                    </a:lnTo>
                    <a:lnTo>
                      <a:pt x="365455" y="548084"/>
                    </a:lnTo>
                    <a:cubicBezTo>
                      <a:pt x="363853" y="580525"/>
                      <a:pt x="337154" y="605945"/>
                      <a:pt x="304582" y="605945"/>
                    </a:cubicBezTo>
                    <a:cubicBezTo>
                      <a:pt x="271388" y="605945"/>
                      <a:pt x="244066" y="579903"/>
                      <a:pt x="242464" y="546840"/>
                    </a:cubicBezTo>
                    <a:lnTo>
                      <a:pt x="236502" y="424363"/>
                    </a:lnTo>
                    <a:lnTo>
                      <a:pt x="234544" y="384901"/>
                    </a:lnTo>
                    <a:lnTo>
                      <a:pt x="206244" y="384901"/>
                    </a:lnTo>
                    <a:cubicBezTo>
                      <a:pt x="194229" y="384901"/>
                      <a:pt x="184529" y="375213"/>
                      <a:pt x="184529" y="363214"/>
                    </a:cubicBezTo>
                    <a:lnTo>
                      <a:pt x="184529" y="185721"/>
                    </a:lnTo>
                    <a:cubicBezTo>
                      <a:pt x="184529" y="164479"/>
                      <a:pt x="201705" y="147236"/>
                      <a:pt x="222975" y="147058"/>
                    </a:cubicBezTo>
                    <a:close/>
                    <a:moveTo>
                      <a:pt x="488454" y="706"/>
                    </a:moveTo>
                    <a:cubicBezTo>
                      <a:pt x="522711" y="706"/>
                      <a:pt x="550481" y="28445"/>
                      <a:pt x="550481" y="62663"/>
                    </a:cubicBezTo>
                    <a:cubicBezTo>
                      <a:pt x="550481" y="96881"/>
                      <a:pt x="522711" y="124620"/>
                      <a:pt x="488454" y="124620"/>
                    </a:cubicBezTo>
                    <a:cubicBezTo>
                      <a:pt x="454197" y="124620"/>
                      <a:pt x="426427" y="96881"/>
                      <a:pt x="426427" y="62663"/>
                    </a:cubicBezTo>
                    <a:cubicBezTo>
                      <a:pt x="426427" y="28445"/>
                      <a:pt x="454197" y="706"/>
                      <a:pt x="488454" y="706"/>
                    </a:cubicBezTo>
                    <a:close/>
                    <a:moveTo>
                      <a:pt x="119538" y="353"/>
                    </a:moveTo>
                    <a:cubicBezTo>
                      <a:pt x="153795" y="353"/>
                      <a:pt x="181565" y="28092"/>
                      <a:pt x="181565" y="62310"/>
                    </a:cubicBezTo>
                    <a:cubicBezTo>
                      <a:pt x="181565" y="96528"/>
                      <a:pt x="153795" y="124267"/>
                      <a:pt x="119538" y="124267"/>
                    </a:cubicBezTo>
                    <a:cubicBezTo>
                      <a:pt x="85281" y="124267"/>
                      <a:pt x="57511" y="96528"/>
                      <a:pt x="57511" y="62310"/>
                    </a:cubicBezTo>
                    <a:cubicBezTo>
                      <a:pt x="57511" y="28092"/>
                      <a:pt x="85281" y="353"/>
                      <a:pt x="119538" y="353"/>
                    </a:cubicBezTo>
                    <a:close/>
                    <a:moveTo>
                      <a:pt x="303961" y="0"/>
                    </a:moveTo>
                    <a:cubicBezTo>
                      <a:pt x="338237" y="0"/>
                      <a:pt x="366024" y="27739"/>
                      <a:pt x="366024" y="61957"/>
                    </a:cubicBezTo>
                    <a:cubicBezTo>
                      <a:pt x="366024" y="96175"/>
                      <a:pt x="338237" y="123914"/>
                      <a:pt x="303961" y="123914"/>
                    </a:cubicBezTo>
                    <a:cubicBezTo>
                      <a:pt x="269685" y="123914"/>
                      <a:pt x="241898" y="96175"/>
                      <a:pt x="241898" y="61957"/>
                    </a:cubicBezTo>
                    <a:cubicBezTo>
                      <a:pt x="241898" y="27739"/>
                      <a:pt x="269685" y="0"/>
                      <a:pt x="303961" y="0"/>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nvGrpSpPr>
            <p:cNvPr id="11" name="ïṣlîḑè">
              <a:extLst>
                <a:ext uri="{FF2B5EF4-FFF2-40B4-BE49-F238E27FC236}">
                  <a16:creationId xmlns:a16="http://schemas.microsoft.com/office/drawing/2014/main" id="{A13B81C1-B101-4189-956B-1EAC8DF89575}"/>
                </a:ext>
              </a:extLst>
            </p:cNvPr>
            <p:cNvGrpSpPr/>
            <p:nvPr/>
          </p:nvGrpSpPr>
          <p:grpSpPr>
            <a:xfrm>
              <a:off x="8964249" y="2462768"/>
              <a:ext cx="2554651" cy="2351564"/>
              <a:chOff x="6383161" y="2462768"/>
              <a:chExt cx="2554651" cy="2351564"/>
            </a:xfrm>
          </p:grpSpPr>
          <p:grpSp>
            <p:nvGrpSpPr>
              <p:cNvPr id="13" name="í$ḷïḑè">
                <a:extLst>
                  <a:ext uri="{FF2B5EF4-FFF2-40B4-BE49-F238E27FC236}">
                    <a16:creationId xmlns:a16="http://schemas.microsoft.com/office/drawing/2014/main" id="{F088C4E2-7D22-4EFB-B722-E2412C5E93E1}"/>
                  </a:ext>
                </a:extLst>
              </p:cNvPr>
              <p:cNvGrpSpPr/>
              <p:nvPr/>
            </p:nvGrpSpPr>
            <p:grpSpPr>
              <a:xfrm>
                <a:off x="6383161" y="3205188"/>
                <a:ext cx="2554651" cy="1609144"/>
                <a:chOff x="6383161" y="3541911"/>
                <a:chExt cx="2298623" cy="1609144"/>
              </a:xfrm>
            </p:grpSpPr>
            <p:sp>
              <p:nvSpPr>
                <p:cNvPr id="15" name="íṩlïdê">
                  <a:extLst>
                    <a:ext uri="{FF2B5EF4-FFF2-40B4-BE49-F238E27FC236}">
                      <a16:creationId xmlns:a16="http://schemas.microsoft.com/office/drawing/2014/main" id="{23C7B27E-BA81-45BD-9D1A-90796134D0AB}"/>
                    </a:ext>
                  </a:extLst>
                </p:cNvPr>
                <p:cNvSpPr/>
                <p:nvPr/>
              </p:nvSpPr>
              <p:spPr bwMode="auto">
                <a:xfrm>
                  <a:off x="6383161" y="3983716"/>
                  <a:ext cx="2298623" cy="1167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16" name="işlíḋe">
                  <a:extLst>
                    <a:ext uri="{FF2B5EF4-FFF2-40B4-BE49-F238E27FC236}">
                      <a16:creationId xmlns:a16="http://schemas.microsoft.com/office/drawing/2014/main" id="{BAF77048-6151-4B25-B98F-2C92E82F4B6F}"/>
                    </a:ext>
                  </a:extLst>
                </p:cNvPr>
                <p:cNvSpPr txBox="1"/>
                <p:nvPr/>
              </p:nvSpPr>
              <p:spPr bwMode="auto">
                <a:xfrm>
                  <a:off x="6383161" y="3541911"/>
                  <a:ext cx="229862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grpSp>
          <p:sp>
            <p:nvSpPr>
              <p:cNvPr id="14" name="ïṡľiḋé">
                <a:extLst>
                  <a:ext uri="{FF2B5EF4-FFF2-40B4-BE49-F238E27FC236}">
                    <a16:creationId xmlns:a16="http://schemas.microsoft.com/office/drawing/2014/main" id="{A5C397FC-FAE4-42FC-B065-DF8B86FC488B}"/>
                  </a:ext>
                </a:extLst>
              </p:cNvPr>
              <p:cNvSpPr/>
              <p:nvPr/>
            </p:nvSpPr>
            <p:spPr bwMode="auto">
              <a:xfrm>
                <a:off x="7346328" y="2462768"/>
                <a:ext cx="628316" cy="628902"/>
              </a:xfrm>
              <a:custGeom>
                <a:avLst/>
                <a:gdLst>
                  <a:gd name="connsiteX0" fmla="*/ 451337 w 606157"/>
                  <a:gd name="connsiteY0" fmla="*/ 147905 h 606722"/>
                  <a:gd name="connsiteX1" fmla="*/ 569477 w 606157"/>
                  <a:gd name="connsiteY1" fmla="*/ 147905 h 606722"/>
                  <a:gd name="connsiteX2" fmla="*/ 606157 w 606157"/>
                  <a:gd name="connsiteY2" fmla="*/ 186562 h 606722"/>
                  <a:gd name="connsiteX3" fmla="*/ 606157 w 606157"/>
                  <a:gd name="connsiteY3" fmla="*/ 363939 h 606722"/>
                  <a:gd name="connsiteX4" fmla="*/ 584434 w 606157"/>
                  <a:gd name="connsiteY4" fmla="*/ 385711 h 606722"/>
                  <a:gd name="connsiteX5" fmla="*/ 557904 w 606157"/>
                  <a:gd name="connsiteY5" fmla="*/ 385711 h 606722"/>
                  <a:gd name="connsiteX6" fmla="*/ 549980 w 606157"/>
                  <a:gd name="connsiteY6" fmla="*/ 548781 h 606722"/>
                  <a:gd name="connsiteX7" fmla="*/ 489085 w 606157"/>
                  <a:gd name="connsiteY7" fmla="*/ 606722 h 606722"/>
                  <a:gd name="connsiteX8" fmla="*/ 426854 w 606157"/>
                  <a:gd name="connsiteY8" fmla="*/ 547537 h 606722"/>
                  <a:gd name="connsiteX9" fmla="*/ 420711 w 606157"/>
                  <a:gd name="connsiteY9" fmla="*/ 420814 h 606722"/>
                  <a:gd name="connsiteX10" fmla="*/ 461219 w 606157"/>
                  <a:gd name="connsiteY10" fmla="*/ 363228 h 606722"/>
                  <a:gd name="connsiteX11" fmla="*/ 461219 w 606157"/>
                  <a:gd name="connsiteY11" fmla="*/ 185762 h 606722"/>
                  <a:gd name="connsiteX12" fmla="*/ 451337 w 606157"/>
                  <a:gd name="connsiteY12" fmla="*/ 147905 h 606722"/>
                  <a:gd name="connsiteX13" fmla="*/ 38457 w 606157"/>
                  <a:gd name="connsiteY13" fmla="*/ 147552 h 606722"/>
                  <a:gd name="connsiteX14" fmla="*/ 155074 w 606157"/>
                  <a:gd name="connsiteY14" fmla="*/ 147552 h 606722"/>
                  <a:gd name="connsiteX15" fmla="*/ 145014 w 606157"/>
                  <a:gd name="connsiteY15" fmla="*/ 185766 h 606722"/>
                  <a:gd name="connsiteX16" fmla="*/ 145014 w 606157"/>
                  <a:gd name="connsiteY16" fmla="*/ 363239 h 606722"/>
                  <a:gd name="connsiteX17" fmla="*/ 187210 w 606157"/>
                  <a:gd name="connsiteY17" fmla="*/ 421360 h 606722"/>
                  <a:gd name="connsiteX18" fmla="*/ 181068 w 606157"/>
                  <a:gd name="connsiteY18" fmla="*/ 548444 h 606722"/>
                  <a:gd name="connsiteX19" fmla="*/ 120178 w 606157"/>
                  <a:gd name="connsiteY19" fmla="*/ 606298 h 606722"/>
                  <a:gd name="connsiteX20" fmla="*/ 57952 w 606157"/>
                  <a:gd name="connsiteY20" fmla="*/ 547200 h 606722"/>
                  <a:gd name="connsiteX21" fmla="*/ 50029 w 606157"/>
                  <a:gd name="connsiteY21" fmla="*/ 385279 h 606722"/>
                  <a:gd name="connsiteX22" fmla="*/ 21810 w 606157"/>
                  <a:gd name="connsiteY22" fmla="*/ 385279 h 606722"/>
                  <a:gd name="connsiteX23" fmla="*/ 0 w 606157"/>
                  <a:gd name="connsiteY23" fmla="*/ 363595 h 606722"/>
                  <a:gd name="connsiteX24" fmla="*/ 0 w 606157"/>
                  <a:gd name="connsiteY24" fmla="*/ 186122 h 606722"/>
                  <a:gd name="connsiteX25" fmla="*/ 38457 w 606157"/>
                  <a:gd name="connsiteY25" fmla="*/ 147552 h 606722"/>
                  <a:gd name="connsiteX26" fmla="*/ 222975 w 606157"/>
                  <a:gd name="connsiteY26" fmla="*/ 147058 h 606722"/>
                  <a:gd name="connsiteX27" fmla="*/ 282512 w 606157"/>
                  <a:gd name="connsiteY27" fmla="*/ 147058 h 606722"/>
                  <a:gd name="connsiteX28" fmla="*/ 270498 w 606157"/>
                  <a:gd name="connsiteY28" fmla="*/ 159057 h 606722"/>
                  <a:gd name="connsiteX29" fmla="*/ 270498 w 606157"/>
                  <a:gd name="connsiteY29" fmla="*/ 169278 h 606722"/>
                  <a:gd name="connsiteX30" fmla="*/ 283224 w 606157"/>
                  <a:gd name="connsiteY30" fmla="*/ 181988 h 606722"/>
                  <a:gd name="connsiteX31" fmla="*/ 273345 w 606157"/>
                  <a:gd name="connsiteY31" fmla="*/ 292199 h 606722"/>
                  <a:gd name="connsiteX32" fmla="*/ 276193 w 606157"/>
                  <a:gd name="connsiteY32" fmla="*/ 302953 h 606722"/>
                  <a:gd name="connsiteX33" fmla="*/ 297196 w 606157"/>
                  <a:gd name="connsiteY33" fmla="*/ 332550 h 606722"/>
                  <a:gd name="connsiteX34" fmla="*/ 303070 w 606157"/>
                  <a:gd name="connsiteY34" fmla="*/ 335572 h 606722"/>
                  <a:gd name="connsiteX35" fmla="*/ 309032 w 606157"/>
                  <a:gd name="connsiteY35" fmla="*/ 332550 h 606722"/>
                  <a:gd name="connsiteX36" fmla="*/ 329946 w 606157"/>
                  <a:gd name="connsiteY36" fmla="*/ 302953 h 606722"/>
                  <a:gd name="connsiteX37" fmla="*/ 332883 w 606157"/>
                  <a:gd name="connsiteY37" fmla="*/ 292199 h 606722"/>
                  <a:gd name="connsiteX38" fmla="*/ 323004 w 606157"/>
                  <a:gd name="connsiteY38" fmla="*/ 181988 h 606722"/>
                  <a:gd name="connsiteX39" fmla="*/ 335641 w 606157"/>
                  <a:gd name="connsiteY39" fmla="*/ 169278 h 606722"/>
                  <a:gd name="connsiteX40" fmla="*/ 335641 w 606157"/>
                  <a:gd name="connsiteY40" fmla="*/ 159057 h 606722"/>
                  <a:gd name="connsiteX41" fmla="*/ 323627 w 606157"/>
                  <a:gd name="connsiteY41" fmla="*/ 147058 h 606722"/>
                  <a:gd name="connsiteX42" fmla="*/ 385033 w 606157"/>
                  <a:gd name="connsiteY42" fmla="*/ 147058 h 606722"/>
                  <a:gd name="connsiteX43" fmla="*/ 385033 w 606157"/>
                  <a:gd name="connsiteY43" fmla="*/ 147147 h 606722"/>
                  <a:gd name="connsiteX44" fmla="*/ 421699 w 606157"/>
                  <a:gd name="connsiteY44" fmla="*/ 185721 h 606722"/>
                  <a:gd name="connsiteX45" fmla="*/ 421699 w 606157"/>
                  <a:gd name="connsiteY45" fmla="*/ 363214 h 606722"/>
                  <a:gd name="connsiteX46" fmla="*/ 399895 w 606157"/>
                  <a:gd name="connsiteY46" fmla="*/ 384901 h 606722"/>
                  <a:gd name="connsiteX47" fmla="*/ 373375 w 606157"/>
                  <a:gd name="connsiteY47" fmla="*/ 384901 h 606722"/>
                  <a:gd name="connsiteX48" fmla="*/ 371506 w 606157"/>
                  <a:gd name="connsiteY48" fmla="*/ 424363 h 606722"/>
                  <a:gd name="connsiteX49" fmla="*/ 365455 w 606157"/>
                  <a:gd name="connsiteY49" fmla="*/ 548084 h 606722"/>
                  <a:gd name="connsiteX50" fmla="*/ 304582 w 606157"/>
                  <a:gd name="connsiteY50" fmla="*/ 605945 h 606722"/>
                  <a:gd name="connsiteX51" fmla="*/ 242464 w 606157"/>
                  <a:gd name="connsiteY51" fmla="*/ 546840 h 606722"/>
                  <a:gd name="connsiteX52" fmla="*/ 236502 w 606157"/>
                  <a:gd name="connsiteY52" fmla="*/ 424363 h 606722"/>
                  <a:gd name="connsiteX53" fmla="*/ 234544 w 606157"/>
                  <a:gd name="connsiteY53" fmla="*/ 384901 h 606722"/>
                  <a:gd name="connsiteX54" fmla="*/ 206244 w 606157"/>
                  <a:gd name="connsiteY54" fmla="*/ 384901 h 606722"/>
                  <a:gd name="connsiteX55" fmla="*/ 184529 w 606157"/>
                  <a:gd name="connsiteY55" fmla="*/ 363214 h 606722"/>
                  <a:gd name="connsiteX56" fmla="*/ 184529 w 606157"/>
                  <a:gd name="connsiteY56" fmla="*/ 185721 h 606722"/>
                  <a:gd name="connsiteX57" fmla="*/ 222975 w 606157"/>
                  <a:gd name="connsiteY57" fmla="*/ 147058 h 606722"/>
                  <a:gd name="connsiteX58" fmla="*/ 488454 w 606157"/>
                  <a:gd name="connsiteY58" fmla="*/ 706 h 606722"/>
                  <a:gd name="connsiteX59" fmla="*/ 550481 w 606157"/>
                  <a:gd name="connsiteY59" fmla="*/ 62663 h 606722"/>
                  <a:gd name="connsiteX60" fmla="*/ 488454 w 606157"/>
                  <a:gd name="connsiteY60" fmla="*/ 124620 h 606722"/>
                  <a:gd name="connsiteX61" fmla="*/ 426427 w 606157"/>
                  <a:gd name="connsiteY61" fmla="*/ 62663 h 606722"/>
                  <a:gd name="connsiteX62" fmla="*/ 488454 w 606157"/>
                  <a:gd name="connsiteY62" fmla="*/ 706 h 606722"/>
                  <a:gd name="connsiteX63" fmla="*/ 119538 w 606157"/>
                  <a:gd name="connsiteY63" fmla="*/ 353 h 606722"/>
                  <a:gd name="connsiteX64" fmla="*/ 181565 w 606157"/>
                  <a:gd name="connsiteY64" fmla="*/ 62310 h 606722"/>
                  <a:gd name="connsiteX65" fmla="*/ 119538 w 606157"/>
                  <a:gd name="connsiteY65" fmla="*/ 124267 h 606722"/>
                  <a:gd name="connsiteX66" fmla="*/ 57511 w 606157"/>
                  <a:gd name="connsiteY66" fmla="*/ 62310 h 606722"/>
                  <a:gd name="connsiteX67" fmla="*/ 119538 w 606157"/>
                  <a:gd name="connsiteY67" fmla="*/ 353 h 606722"/>
                  <a:gd name="connsiteX68" fmla="*/ 303961 w 606157"/>
                  <a:gd name="connsiteY68" fmla="*/ 0 h 606722"/>
                  <a:gd name="connsiteX69" fmla="*/ 366024 w 606157"/>
                  <a:gd name="connsiteY69" fmla="*/ 61957 h 606722"/>
                  <a:gd name="connsiteX70" fmla="*/ 303961 w 606157"/>
                  <a:gd name="connsiteY70" fmla="*/ 123914 h 606722"/>
                  <a:gd name="connsiteX71" fmla="*/ 241898 w 606157"/>
                  <a:gd name="connsiteY71" fmla="*/ 61957 h 606722"/>
                  <a:gd name="connsiteX72" fmla="*/ 303961 w 606157"/>
                  <a:gd name="connsiteY7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6157" h="606722">
                    <a:moveTo>
                      <a:pt x="451337" y="147905"/>
                    </a:moveTo>
                    <a:lnTo>
                      <a:pt x="569477" y="147905"/>
                    </a:lnTo>
                    <a:cubicBezTo>
                      <a:pt x="589954" y="148971"/>
                      <a:pt x="606157" y="165856"/>
                      <a:pt x="606157" y="186562"/>
                    </a:cubicBezTo>
                    <a:lnTo>
                      <a:pt x="606157" y="363939"/>
                    </a:lnTo>
                    <a:cubicBezTo>
                      <a:pt x="606157" y="375936"/>
                      <a:pt x="596453" y="385711"/>
                      <a:pt x="584434" y="385711"/>
                    </a:cubicBezTo>
                    <a:lnTo>
                      <a:pt x="557904" y="385711"/>
                    </a:lnTo>
                    <a:lnTo>
                      <a:pt x="549980" y="548781"/>
                    </a:lnTo>
                    <a:cubicBezTo>
                      <a:pt x="548378" y="581217"/>
                      <a:pt x="521580" y="606722"/>
                      <a:pt x="489085" y="606722"/>
                    </a:cubicBezTo>
                    <a:cubicBezTo>
                      <a:pt x="455877" y="606722"/>
                      <a:pt x="428456" y="580684"/>
                      <a:pt x="426854" y="547537"/>
                    </a:cubicBezTo>
                    <a:lnTo>
                      <a:pt x="420711" y="420814"/>
                    </a:lnTo>
                    <a:cubicBezTo>
                      <a:pt x="444482" y="412194"/>
                      <a:pt x="461219" y="389355"/>
                      <a:pt x="461219" y="363228"/>
                    </a:cubicBezTo>
                    <a:lnTo>
                      <a:pt x="461219" y="185762"/>
                    </a:lnTo>
                    <a:cubicBezTo>
                      <a:pt x="461219" y="172077"/>
                      <a:pt x="457658" y="159102"/>
                      <a:pt x="451337" y="147905"/>
                    </a:cubicBezTo>
                    <a:close/>
                    <a:moveTo>
                      <a:pt x="38457" y="147552"/>
                    </a:moveTo>
                    <a:lnTo>
                      <a:pt x="155074" y="147552"/>
                    </a:lnTo>
                    <a:cubicBezTo>
                      <a:pt x="148664" y="158839"/>
                      <a:pt x="145014" y="171902"/>
                      <a:pt x="145014" y="185766"/>
                    </a:cubicBezTo>
                    <a:lnTo>
                      <a:pt x="145014" y="363239"/>
                    </a:lnTo>
                    <a:cubicBezTo>
                      <a:pt x="145014" y="389811"/>
                      <a:pt x="162284" y="413184"/>
                      <a:pt x="187210" y="421360"/>
                    </a:cubicBezTo>
                    <a:lnTo>
                      <a:pt x="181068" y="548444"/>
                    </a:lnTo>
                    <a:cubicBezTo>
                      <a:pt x="179465" y="580881"/>
                      <a:pt x="152670" y="606298"/>
                      <a:pt x="120178" y="606298"/>
                    </a:cubicBezTo>
                    <a:cubicBezTo>
                      <a:pt x="86973" y="606298"/>
                      <a:pt x="59555" y="580348"/>
                      <a:pt x="57952" y="547200"/>
                    </a:cubicBezTo>
                    <a:lnTo>
                      <a:pt x="50029" y="385279"/>
                    </a:lnTo>
                    <a:lnTo>
                      <a:pt x="21810" y="385279"/>
                    </a:lnTo>
                    <a:cubicBezTo>
                      <a:pt x="9792" y="385279"/>
                      <a:pt x="0" y="375592"/>
                      <a:pt x="0" y="363595"/>
                    </a:cubicBezTo>
                    <a:lnTo>
                      <a:pt x="0" y="186122"/>
                    </a:lnTo>
                    <a:cubicBezTo>
                      <a:pt x="0" y="164882"/>
                      <a:pt x="17181" y="147641"/>
                      <a:pt x="38457" y="147552"/>
                    </a:cubicBezTo>
                    <a:close/>
                    <a:moveTo>
                      <a:pt x="222975" y="147058"/>
                    </a:moveTo>
                    <a:lnTo>
                      <a:pt x="282512" y="147058"/>
                    </a:lnTo>
                    <a:lnTo>
                      <a:pt x="270498" y="159057"/>
                    </a:lnTo>
                    <a:cubicBezTo>
                      <a:pt x="267739" y="161901"/>
                      <a:pt x="267739" y="166523"/>
                      <a:pt x="270498" y="169278"/>
                    </a:cubicBezTo>
                    <a:lnTo>
                      <a:pt x="283224" y="181988"/>
                    </a:lnTo>
                    <a:lnTo>
                      <a:pt x="273345" y="292199"/>
                    </a:lnTo>
                    <a:cubicBezTo>
                      <a:pt x="272989" y="296021"/>
                      <a:pt x="274057" y="299754"/>
                      <a:pt x="276193" y="302953"/>
                    </a:cubicBezTo>
                    <a:lnTo>
                      <a:pt x="297196" y="332550"/>
                    </a:lnTo>
                    <a:cubicBezTo>
                      <a:pt x="298531" y="334417"/>
                      <a:pt x="300756" y="335572"/>
                      <a:pt x="303070" y="335572"/>
                    </a:cubicBezTo>
                    <a:cubicBezTo>
                      <a:pt x="305472" y="335572"/>
                      <a:pt x="307608" y="334417"/>
                      <a:pt x="309032" y="332550"/>
                    </a:cubicBezTo>
                    <a:lnTo>
                      <a:pt x="329946" y="302953"/>
                    </a:lnTo>
                    <a:cubicBezTo>
                      <a:pt x="332171" y="299754"/>
                      <a:pt x="333239" y="296021"/>
                      <a:pt x="332883" y="292199"/>
                    </a:cubicBezTo>
                    <a:lnTo>
                      <a:pt x="323004" y="181988"/>
                    </a:lnTo>
                    <a:lnTo>
                      <a:pt x="335641" y="169278"/>
                    </a:lnTo>
                    <a:cubicBezTo>
                      <a:pt x="338489" y="166523"/>
                      <a:pt x="338489" y="161901"/>
                      <a:pt x="335641" y="159057"/>
                    </a:cubicBezTo>
                    <a:lnTo>
                      <a:pt x="323627" y="147058"/>
                    </a:lnTo>
                    <a:lnTo>
                      <a:pt x="385033" y="147058"/>
                    </a:lnTo>
                    <a:lnTo>
                      <a:pt x="385033" y="147147"/>
                    </a:lnTo>
                    <a:cubicBezTo>
                      <a:pt x="405413" y="148214"/>
                      <a:pt x="421699" y="165101"/>
                      <a:pt x="421699" y="185721"/>
                    </a:cubicBezTo>
                    <a:lnTo>
                      <a:pt x="421699" y="363214"/>
                    </a:lnTo>
                    <a:cubicBezTo>
                      <a:pt x="421699" y="375213"/>
                      <a:pt x="411910" y="384901"/>
                      <a:pt x="399895" y="384901"/>
                    </a:cubicBezTo>
                    <a:lnTo>
                      <a:pt x="373375" y="384901"/>
                    </a:lnTo>
                    <a:lnTo>
                      <a:pt x="371506" y="424363"/>
                    </a:lnTo>
                    <a:lnTo>
                      <a:pt x="365455" y="548084"/>
                    </a:lnTo>
                    <a:cubicBezTo>
                      <a:pt x="363853" y="580525"/>
                      <a:pt x="337154" y="605945"/>
                      <a:pt x="304582" y="605945"/>
                    </a:cubicBezTo>
                    <a:cubicBezTo>
                      <a:pt x="271388" y="605945"/>
                      <a:pt x="244066" y="579903"/>
                      <a:pt x="242464" y="546840"/>
                    </a:cubicBezTo>
                    <a:lnTo>
                      <a:pt x="236502" y="424363"/>
                    </a:lnTo>
                    <a:lnTo>
                      <a:pt x="234544" y="384901"/>
                    </a:lnTo>
                    <a:lnTo>
                      <a:pt x="206244" y="384901"/>
                    </a:lnTo>
                    <a:cubicBezTo>
                      <a:pt x="194229" y="384901"/>
                      <a:pt x="184529" y="375213"/>
                      <a:pt x="184529" y="363214"/>
                    </a:cubicBezTo>
                    <a:lnTo>
                      <a:pt x="184529" y="185721"/>
                    </a:lnTo>
                    <a:cubicBezTo>
                      <a:pt x="184529" y="164479"/>
                      <a:pt x="201705" y="147236"/>
                      <a:pt x="222975" y="147058"/>
                    </a:cubicBezTo>
                    <a:close/>
                    <a:moveTo>
                      <a:pt x="488454" y="706"/>
                    </a:moveTo>
                    <a:cubicBezTo>
                      <a:pt x="522711" y="706"/>
                      <a:pt x="550481" y="28445"/>
                      <a:pt x="550481" y="62663"/>
                    </a:cubicBezTo>
                    <a:cubicBezTo>
                      <a:pt x="550481" y="96881"/>
                      <a:pt x="522711" y="124620"/>
                      <a:pt x="488454" y="124620"/>
                    </a:cubicBezTo>
                    <a:cubicBezTo>
                      <a:pt x="454197" y="124620"/>
                      <a:pt x="426427" y="96881"/>
                      <a:pt x="426427" y="62663"/>
                    </a:cubicBezTo>
                    <a:cubicBezTo>
                      <a:pt x="426427" y="28445"/>
                      <a:pt x="454197" y="706"/>
                      <a:pt x="488454" y="706"/>
                    </a:cubicBezTo>
                    <a:close/>
                    <a:moveTo>
                      <a:pt x="119538" y="353"/>
                    </a:moveTo>
                    <a:cubicBezTo>
                      <a:pt x="153795" y="353"/>
                      <a:pt x="181565" y="28092"/>
                      <a:pt x="181565" y="62310"/>
                    </a:cubicBezTo>
                    <a:cubicBezTo>
                      <a:pt x="181565" y="96528"/>
                      <a:pt x="153795" y="124267"/>
                      <a:pt x="119538" y="124267"/>
                    </a:cubicBezTo>
                    <a:cubicBezTo>
                      <a:pt x="85281" y="124267"/>
                      <a:pt x="57511" y="96528"/>
                      <a:pt x="57511" y="62310"/>
                    </a:cubicBezTo>
                    <a:cubicBezTo>
                      <a:pt x="57511" y="28092"/>
                      <a:pt x="85281" y="353"/>
                      <a:pt x="119538" y="353"/>
                    </a:cubicBezTo>
                    <a:close/>
                    <a:moveTo>
                      <a:pt x="303961" y="0"/>
                    </a:moveTo>
                    <a:cubicBezTo>
                      <a:pt x="338237" y="0"/>
                      <a:pt x="366024" y="27739"/>
                      <a:pt x="366024" y="61957"/>
                    </a:cubicBezTo>
                    <a:cubicBezTo>
                      <a:pt x="366024" y="96175"/>
                      <a:pt x="338237" y="123914"/>
                      <a:pt x="303961" y="123914"/>
                    </a:cubicBezTo>
                    <a:cubicBezTo>
                      <a:pt x="269685" y="123914"/>
                      <a:pt x="241898" y="96175"/>
                      <a:pt x="241898" y="61957"/>
                    </a:cubicBezTo>
                    <a:cubicBezTo>
                      <a:pt x="241898" y="27739"/>
                      <a:pt x="269685" y="0"/>
                      <a:pt x="303961" y="0"/>
                    </a:cubicBezTo>
                    <a:close/>
                  </a:path>
                </a:pathLst>
              </a:custGeom>
              <a:solidFill>
                <a:schemeClr val="accent2"/>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cxnSp>
          <p:nvCxnSpPr>
            <p:cNvPr id="12" name="直接连接符 11">
              <a:extLst>
                <a:ext uri="{FF2B5EF4-FFF2-40B4-BE49-F238E27FC236}">
                  <a16:creationId xmlns:a16="http://schemas.microsoft.com/office/drawing/2014/main" id="{9AE09E4D-0270-43C3-ABB5-577E682E1F32}"/>
                </a:ext>
              </a:extLst>
            </p:cNvPr>
            <p:cNvCxnSpPr/>
            <p:nvPr/>
          </p:nvCxnSpPr>
          <p:spPr>
            <a:xfrm>
              <a:off x="8913515" y="3339203"/>
              <a:ext cx="0" cy="1265227"/>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0"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31"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2" name="椭圆 31">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7688293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ṡľíďè">
            <a:extLst>
              <a:ext uri="{FF2B5EF4-FFF2-40B4-BE49-F238E27FC236}">
                <a16:creationId xmlns:a16="http://schemas.microsoft.com/office/drawing/2014/main" id="{27EEABE6-28C3-525B-3612-2C4609B42F97}"/>
              </a:ext>
            </a:extLst>
          </p:cNvPr>
          <p:cNvSpPr>
            <a:spLocks noGrp="1"/>
          </p:cNvSpPr>
          <p:nvPr>
            <p:ph type="sldNum" sz="quarter" idx="12"/>
          </p:nvPr>
        </p:nvSpPr>
        <p:spPr>
          <a:xfrm>
            <a:off x="8857452" y="5943600"/>
            <a:ext cx="2661448" cy="215900"/>
          </a:xfrm>
        </p:spPr>
        <p:txBody>
          <a:bodyPr/>
          <a:lstStyle/>
          <a:p>
            <a:fld id="{7F65B630-C7FF-41C0-9923-C5E5E29EED81}" type="slidenum">
              <a:rPr lang="zh-CN" altLang="en-US" smtClean="0"/>
              <a:t>17</a:t>
            </a:fld>
            <a:endParaRPr lang="zh-CN" altLang="en-US"/>
          </a:p>
        </p:txBody>
      </p:sp>
      <p:grpSp>
        <p:nvGrpSpPr>
          <p:cNvPr id="5" name="îṥľïďê">
            <a:extLst>
              <a:ext uri="{FF2B5EF4-FFF2-40B4-BE49-F238E27FC236}">
                <a16:creationId xmlns:a16="http://schemas.microsoft.com/office/drawing/2014/main" id="{DF74CBCC-4DAC-E772-ACCB-7CC8F0E45F69}"/>
              </a:ext>
            </a:extLst>
          </p:cNvPr>
          <p:cNvGrpSpPr/>
          <p:nvPr/>
        </p:nvGrpSpPr>
        <p:grpSpPr>
          <a:xfrm>
            <a:off x="8870623" y="1653660"/>
            <a:ext cx="2648277" cy="3604658"/>
            <a:chOff x="8870623" y="2148960"/>
            <a:chExt cx="2648277" cy="3604658"/>
          </a:xfrm>
        </p:grpSpPr>
        <p:grpSp>
          <p:nvGrpSpPr>
            <p:cNvPr id="6" name="iṧliḋè">
              <a:extLst>
                <a:ext uri="{FF2B5EF4-FFF2-40B4-BE49-F238E27FC236}">
                  <a16:creationId xmlns:a16="http://schemas.microsoft.com/office/drawing/2014/main" id="{C12383D2-122E-3036-607D-D51D47CFD41E}"/>
                </a:ext>
              </a:extLst>
            </p:cNvPr>
            <p:cNvGrpSpPr>
              <a:grpSpLocks/>
            </p:cNvGrpSpPr>
            <p:nvPr/>
          </p:nvGrpSpPr>
          <p:grpSpPr>
            <a:xfrm>
              <a:off x="8870623" y="2148960"/>
              <a:ext cx="2648277" cy="817460"/>
              <a:chOff x="996287" y="3125790"/>
              <a:chExt cx="2648277" cy="817460"/>
            </a:xfrm>
          </p:grpSpPr>
          <p:sp>
            <p:nvSpPr>
              <p:cNvPr id="17" name="îṣļïďê">
                <a:extLst>
                  <a:ext uri="{FF2B5EF4-FFF2-40B4-BE49-F238E27FC236}">
                    <a16:creationId xmlns:a16="http://schemas.microsoft.com/office/drawing/2014/main" id="{5DE27AA9-0DE2-1094-53AD-5CC2B52F78BB}"/>
                  </a:ext>
                </a:extLst>
              </p:cNvPr>
              <p:cNvSpPr txBox="1"/>
              <p:nvPr/>
            </p:nvSpPr>
            <p:spPr>
              <a:xfrm flipH="1">
                <a:off x="1233898" y="3304555"/>
                <a:ext cx="2410666" cy="63869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lang="zh-CN" altLang="en-US" dirty="0">
                    <a:solidFill>
                      <a:schemeClr val="bg1"/>
                    </a:solidFill>
                    <a:cs typeface="+mn-ea"/>
                    <a:sym typeface="+mn-lt"/>
                  </a:rPr>
                  <a:t>点此输入内容或者复制您的内容在这里，通过复制您的文本</a:t>
                </a:r>
                <a:endParaRPr lang="en-US" altLang="zh-CN" dirty="0">
                  <a:solidFill>
                    <a:schemeClr val="bg1"/>
                  </a:solidFill>
                  <a:cs typeface="+mn-ea"/>
                  <a:sym typeface="+mn-lt"/>
                </a:endParaRPr>
              </a:p>
            </p:txBody>
          </p:sp>
          <p:grpSp>
            <p:nvGrpSpPr>
              <p:cNvPr id="18" name="íşlïḓè">
                <a:extLst>
                  <a:ext uri="{FF2B5EF4-FFF2-40B4-BE49-F238E27FC236}">
                    <a16:creationId xmlns:a16="http://schemas.microsoft.com/office/drawing/2014/main" id="{6BA0B09A-015B-00AD-5C34-593C1E7EFE23}"/>
                  </a:ext>
                </a:extLst>
              </p:cNvPr>
              <p:cNvGrpSpPr/>
              <p:nvPr/>
            </p:nvGrpSpPr>
            <p:grpSpPr>
              <a:xfrm>
                <a:off x="996287" y="3125790"/>
                <a:ext cx="360001" cy="360000"/>
                <a:chOff x="752447" y="2654991"/>
                <a:chExt cx="360001" cy="360000"/>
              </a:xfrm>
            </p:grpSpPr>
            <p:sp>
              <p:nvSpPr>
                <p:cNvPr id="19" name="îSľïḍe">
                  <a:extLst>
                    <a:ext uri="{FF2B5EF4-FFF2-40B4-BE49-F238E27FC236}">
                      <a16:creationId xmlns:a16="http://schemas.microsoft.com/office/drawing/2014/main" id="{EA7E1B76-9553-BD4A-5A5E-A62D76B1900D}"/>
                    </a:ext>
                  </a:extLst>
                </p:cNvPr>
                <p:cNvSpPr/>
                <p:nvPr/>
              </p:nvSpPr>
              <p:spPr>
                <a:xfrm>
                  <a:off x="752447" y="2654991"/>
                  <a:ext cx="360001" cy="360000"/>
                </a:xfrm>
                <a:prstGeom prst="roundRect">
                  <a:avLst>
                    <a:gd name="adj" fmla="val 50000"/>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0" name="îṩlíḑè">
                  <a:extLst>
                    <a:ext uri="{FF2B5EF4-FFF2-40B4-BE49-F238E27FC236}">
                      <a16:creationId xmlns:a16="http://schemas.microsoft.com/office/drawing/2014/main" id="{459ED0AA-AFB9-85C7-9E40-DC6B8807A784}"/>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7" name="íślïde">
              <a:extLst>
                <a:ext uri="{FF2B5EF4-FFF2-40B4-BE49-F238E27FC236}">
                  <a16:creationId xmlns:a16="http://schemas.microsoft.com/office/drawing/2014/main" id="{CDB817BC-D06E-CF20-E3DE-B12D8F0FFC83}"/>
                </a:ext>
              </a:extLst>
            </p:cNvPr>
            <p:cNvGrpSpPr>
              <a:grpSpLocks/>
            </p:cNvGrpSpPr>
            <p:nvPr/>
          </p:nvGrpSpPr>
          <p:grpSpPr>
            <a:xfrm>
              <a:off x="8870623" y="3542559"/>
              <a:ext cx="2648277" cy="817460"/>
              <a:chOff x="996287" y="3125790"/>
              <a:chExt cx="2648277" cy="817460"/>
            </a:xfrm>
          </p:grpSpPr>
          <p:sp>
            <p:nvSpPr>
              <p:cNvPr id="13" name="ïS1iďè">
                <a:extLst>
                  <a:ext uri="{FF2B5EF4-FFF2-40B4-BE49-F238E27FC236}">
                    <a16:creationId xmlns:a16="http://schemas.microsoft.com/office/drawing/2014/main" id="{0729F8CC-29DE-A837-676F-27B508D01883}"/>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lang="zh-CN" altLang="en-US" dirty="0">
                    <a:solidFill>
                      <a:schemeClr val="tx1">
                        <a:lumMod val="50000"/>
                        <a:lumOff val="50000"/>
                      </a:schemeClr>
                    </a:solidFill>
                    <a:cs typeface="+mn-ea"/>
                    <a:sym typeface="+mn-lt"/>
                  </a:rPr>
                  <a:t>点此输入内容或者复制您的内容在这里，通过复制您的文本</a:t>
                </a:r>
                <a:endParaRPr lang="en-US" altLang="zh-CN" dirty="0">
                  <a:solidFill>
                    <a:schemeClr val="tx1">
                      <a:lumMod val="50000"/>
                      <a:lumOff val="50000"/>
                    </a:schemeClr>
                  </a:solidFill>
                  <a:cs typeface="+mn-ea"/>
                  <a:sym typeface="+mn-lt"/>
                </a:endParaRPr>
              </a:p>
            </p:txBody>
          </p:sp>
          <p:grpSp>
            <p:nvGrpSpPr>
              <p:cNvPr id="14" name="ïSḻïde">
                <a:extLst>
                  <a:ext uri="{FF2B5EF4-FFF2-40B4-BE49-F238E27FC236}">
                    <a16:creationId xmlns:a16="http://schemas.microsoft.com/office/drawing/2014/main" id="{34E0E8EB-1FE6-F3A0-18C2-0EA91BC3F333}"/>
                  </a:ext>
                </a:extLst>
              </p:cNvPr>
              <p:cNvGrpSpPr/>
              <p:nvPr/>
            </p:nvGrpSpPr>
            <p:grpSpPr>
              <a:xfrm>
                <a:off x="996287" y="3125790"/>
                <a:ext cx="360001" cy="360000"/>
                <a:chOff x="752447" y="2654991"/>
                <a:chExt cx="360001" cy="360000"/>
              </a:xfrm>
            </p:grpSpPr>
            <p:sp>
              <p:nvSpPr>
                <p:cNvPr id="15" name="ïṧḷïdê">
                  <a:extLst>
                    <a:ext uri="{FF2B5EF4-FFF2-40B4-BE49-F238E27FC236}">
                      <a16:creationId xmlns:a16="http://schemas.microsoft.com/office/drawing/2014/main" id="{312C219A-3972-FC33-EE6E-E3811810B603}"/>
                    </a:ext>
                  </a:extLst>
                </p:cNvPr>
                <p:cNvSpPr/>
                <p:nvPr/>
              </p:nvSpPr>
              <p:spPr>
                <a:xfrm>
                  <a:off x="752447" y="2654991"/>
                  <a:ext cx="360001" cy="360000"/>
                </a:xfrm>
                <a:prstGeom prst="roundRect">
                  <a:avLst>
                    <a:gd name="adj" fmla="val 50000"/>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6" name="î$ľíḍê">
                  <a:extLst>
                    <a:ext uri="{FF2B5EF4-FFF2-40B4-BE49-F238E27FC236}">
                      <a16:creationId xmlns:a16="http://schemas.microsoft.com/office/drawing/2014/main" id="{F9B813F6-02CF-F217-B6EE-460D3FF73742}"/>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8" name="is1iḓé">
              <a:extLst>
                <a:ext uri="{FF2B5EF4-FFF2-40B4-BE49-F238E27FC236}">
                  <a16:creationId xmlns:a16="http://schemas.microsoft.com/office/drawing/2014/main" id="{E86572DB-826D-AD1B-6115-3982E9FDFCDF}"/>
                </a:ext>
              </a:extLst>
            </p:cNvPr>
            <p:cNvGrpSpPr>
              <a:grpSpLocks/>
            </p:cNvGrpSpPr>
            <p:nvPr/>
          </p:nvGrpSpPr>
          <p:grpSpPr>
            <a:xfrm>
              <a:off x="8870623" y="4936158"/>
              <a:ext cx="2648277" cy="817460"/>
              <a:chOff x="996287" y="3125790"/>
              <a:chExt cx="2648277" cy="817460"/>
            </a:xfrm>
          </p:grpSpPr>
          <p:sp>
            <p:nvSpPr>
              <p:cNvPr id="9" name="íṥḻídê">
                <a:extLst>
                  <a:ext uri="{FF2B5EF4-FFF2-40B4-BE49-F238E27FC236}">
                    <a16:creationId xmlns:a16="http://schemas.microsoft.com/office/drawing/2014/main" id="{0769B894-BC91-6FD8-8CFB-80530D7B3A14}"/>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lang="zh-CN" altLang="en-US" dirty="0">
                    <a:solidFill>
                      <a:schemeClr val="tx1">
                        <a:lumMod val="50000"/>
                        <a:lumOff val="50000"/>
                      </a:schemeClr>
                    </a:solidFill>
                    <a:cs typeface="+mn-ea"/>
                    <a:sym typeface="+mn-lt"/>
                  </a:rPr>
                  <a:t>点此输入内容或者复制您的内容在这里，通过复制您的文本</a:t>
                </a:r>
                <a:endParaRPr lang="en-US" altLang="zh-CN" dirty="0">
                  <a:solidFill>
                    <a:schemeClr val="tx1">
                      <a:lumMod val="50000"/>
                      <a:lumOff val="50000"/>
                    </a:schemeClr>
                  </a:solidFill>
                  <a:cs typeface="+mn-ea"/>
                  <a:sym typeface="+mn-lt"/>
                </a:endParaRPr>
              </a:p>
            </p:txBody>
          </p:sp>
          <p:grpSp>
            <p:nvGrpSpPr>
              <p:cNvPr id="10" name="íṣ1idè">
                <a:extLst>
                  <a:ext uri="{FF2B5EF4-FFF2-40B4-BE49-F238E27FC236}">
                    <a16:creationId xmlns:a16="http://schemas.microsoft.com/office/drawing/2014/main" id="{F0CD6826-4146-3207-7489-837D96475F85}"/>
                  </a:ext>
                </a:extLst>
              </p:cNvPr>
              <p:cNvGrpSpPr/>
              <p:nvPr/>
            </p:nvGrpSpPr>
            <p:grpSpPr>
              <a:xfrm>
                <a:off x="996287" y="3125790"/>
                <a:ext cx="360001" cy="360000"/>
                <a:chOff x="752447" y="2654991"/>
                <a:chExt cx="360001" cy="360000"/>
              </a:xfrm>
            </p:grpSpPr>
            <p:sp>
              <p:nvSpPr>
                <p:cNvPr id="11" name="iṧľiḑê">
                  <a:extLst>
                    <a:ext uri="{FF2B5EF4-FFF2-40B4-BE49-F238E27FC236}">
                      <a16:creationId xmlns:a16="http://schemas.microsoft.com/office/drawing/2014/main" id="{D299FED5-1777-AEBA-86D1-571E2A617BA9}"/>
                    </a:ext>
                  </a:extLst>
                </p:cNvPr>
                <p:cNvSpPr/>
                <p:nvPr/>
              </p:nvSpPr>
              <p:spPr>
                <a:xfrm>
                  <a:off x="752447" y="2654991"/>
                  <a:ext cx="360001" cy="360000"/>
                </a:xfrm>
                <a:prstGeom prst="roundRect">
                  <a:avLst>
                    <a:gd name="adj" fmla="val 50000"/>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2" name="îś1íḋê">
                  <a:extLst>
                    <a:ext uri="{FF2B5EF4-FFF2-40B4-BE49-F238E27FC236}">
                      <a16:creationId xmlns:a16="http://schemas.microsoft.com/office/drawing/2014/main" id="{85E32F5E-DF53-5BCC-CCAC-EB64B3B566CD}"/>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grpSp>
        <p:nvGrpSpPr>
          <p:cNvPr id="21" name="îṣļíďê">
            <a:extLst>
              <a:ext uri="{FF2B5EF4-FFF2-40B4-BE49-F238E27FC236}">
                <a16:creationId xmlns:a16="http://schemas.microsoft.com/office/drawing/2014/main" id="{E354CFE7-6A63-BE62-7C70-BAEE56F10B71}"/>
              </a:ext>
            </a:extLst>
          </p:cNvPr>
          <p:cNvGrpSpPr/>
          <p:nvPr/>
        </p:nvGrpSpPr>
        <p:grpSpPr>
          <a:xfrm>
            <a:off x="663820" y="1653660"/>
            <a:ext cx="2648277" cy="3604658"/>
            <a:chOff x="663820" y="2148960"/>
            <a:chExt cx="2648277" cy="3604658"/>
          </a:xfrm>
        </p:grpSpPr>
        <p:grpSp>
          <p:nvGrpSpPr>
            <p:cNvPr id="22" name="iṥlíḋé">
              <a:extLst>
                <a:ext uri="{FF2B5EF4-FFF2-40B4-BE49-F238E27FC236}">
                  <a16:creationId xmlns:a16="http://schemas.microsoft.com/office/drawing/2014/main" id="{05CBE1A4-0E63-558E-64A6-CA2949FAE760}"/>
                </a:ext>
              </a:extLst>
            </p:cNvPr>
            <p:cNvGrpSpPr>
              <a:grpSpLocks/>
            </p:cNvGrpSpPr>
            <p:nvPr/>
          </p:nvGrpSpPr>
          <p:grpSpPr>
            <a:xfrm>
              <a:off x="663820" y="2148960"/>
              <a:ext cx="2648277" cy="817460"/>
              <a:chOff x="996287" y="3125790"/>
              <a:chExt cx="2648277" cy="817460"/>
            </a:xfrm>
          </p:grpSpPr>
          <p:sp>
            <p:nvSpPr>
              <p:cNvPr id="33" name="iṥḷïḑé">
                <a:extLst>
                  <a:ext uri="{FF2B5EF4-FFF2-40B4-BE49-F238E27FC236}">
                    <a16:creationId xmlns:a16="http://schemas.microsoft.com/office/drawing/2014/main" id="{5E04A6A7-11E0-F344-95A6-C5CA6ACC4386}"/>
                  </a:ext>
                </a:extLst>
              </p:cNvPr>
              <p:cNvSpPr txBox="1"/>
              <p:nvPr/>
            </p:nvSpPr>
            <p:spPr>
              <a:xfrm flipH="1">
                <a:off x="1233898" y="3304555"/>
                <a:ext cx="2410666" cy="63869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lang="zh-CN" altLang="en-US" dirty="0">
                    <a:solidFill>
                      <a:schemeClr val="bg1"/>
                    </a:solidFill>
                    <a:cs typeface="+mn-ea"/>
                    <a:sym typeface="+mn-lt"/>
                  </a:rPr>
                  <a:t>点此输入内容或者复制您的内容在这里，通过复制您的文本</a:t>
                </a:r>
                <a:endParaRPr lang="en-US" altLang="zh-CN" dirty="0">
                  <a:solidFill>
                    <a:schemeClr val="bg1"/>
                  </a:solidFill>
                  <a:cs typeface="+mn-ea"/>
                  <a:sym typeface="+mn-lt"/>
                </a:endParaRPr>
              </a:p>
            </p:txBody>
          </p:sp>
          <p:grpSp>
            <p:nvGrpSpPr>
              <p:cNvPr id="34" name="îṩ1idé">
                <a:extLst>
                  <a:ext uri="{FF2B5EF4-FFF2-40B4-BE49-F238E27FC236}">
                    <a16:creationId xmlns:a16="http://schemas.microsoft.com/office/drawing/2014/main" id="{7728CC79-72B2-B4F2-1FA9-9C2B1AD7AA48}"/>
                  </a:ext>
                </a:extLst>
              </p:cNvPr>
              <p:cNvGrpSpPr/>
              <p:nvPr/>
            </p:nvGrpSpPr>
            <p:grpSpPr>
              <a:xfrm>
                <a:off x="996287" y="3125790"/>
                <a:ext cx="360001" cy="360000"/>
                <a:chOff x="752447" y="2654991"/>
                <a:chExt cx="360001" cy="360000"/>
              </a:xfrm>
            </p:grpSpPr>
            <p:sp>
              <p:nvSpPr>
                <p:cNvPr id="35" name="íSľíḑè">
                  <a:extLst>
                    <a:ext uri="{FF2B5EF4-FFF2-40B4-BE49-F238E27FC236}">
                      <a16:creationId xmlns:a16="http://schemas.microsoft.com/office/drawing/2014/main" id="{30D15A8C-9736-DF4B-0A8A-AFE01EF7236C}"/>
                    </a:ext>
                  </a:extLst>
                </p:cNvPr>
                <p:cNvSpPr/>
                <p:nvPr/>
              </p:nvSpPr>
              <p:spPr>
                <a:xfrm>
                  <a:off x="752447" y="2654991"/>
                  <a:ext cx="360001" cy="360000"/>
                </a:xfrm>
                <a:prstGeom prst="roundRect">
                  <a:avLst>
                    <a:gd name="adj" fmla="val 50000"/>
                  </a:avLst>
                </a:prstGeom>
                <a:solidFill>
                  <a:schemeClr val="accent2">
                    <a:lumMod val="10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36" name="íSliḓè">
                  <a:extLst>
                    <a:ext uri="{FF2B5EF4-FFF2-40B4-BE49-F238E27FC236}">
                      <a16:creationId xmlns:a16="http://schemas.microsoft.com/office/drawing/2014/main" id="{6F582144-7335-79F0-BD5B-6E1E62E49564}"/>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23" name="işļíďé">
              <a:extLst>
                <a:ext uri="{FF2B5EF4-FFF2-40B4-BE49-F238E27FC236}">
                  <a16:creationId xmlns:a16="http://schemas.microsoft.com/office/drawing/2014/main" id="{4B9DF6F2-EF58-9613-FFBC-9A02E4321504}"/>
                </a:ext>
              </a:extLst>
            </p:cNvPr>
            <p:cNvGrpSpPr>
              <a:grpSpLocks/>
            </p:cNvGrpSpPr>
            <p:nvPr/>
          </p:nvGrpSpPr>
          <p:grpSpPr>
            <a:xfrm>
              <a:off x="663820" y="3542559"/>
              <a:ext cx="2648277" cy="817460"/>
              <a:chOff x="996287" y="3125790"/>
              <a:chExt cx="2648277" cy="817460"/>
            </a:xfrm>
          </p:grpSpPr>
          <p:sp>
            <p:nvSpPr>
              <p:cNvPr id="29" name="işļïďe">
                <a:extLst>
                  <a:ext uri="{FF2B5EF4-FFF2-40B4-BE49-F238E27FC236}">
                    <a16:creationId xmlns:a16="http://schemas.microsoft.com/office/drawing/2014/main" id="{BF4E6616-E8E4-FA30-3C85-B1704975749E}"/>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lang="zh-CN" altLang="en-US" dirty="0">
                    <a:solidFill>
                      <a:schemeClr val="tx1">
                        <a:lumMod val="50000"/>
                        <a:lumOff val="50000"/>
                      </a:schemeClr>
                    </a:solidFill>
                    <a:cs typeface="+mn-ea"/>
                    <a:sym typeface="+mn-lt"/>
                  </a:rPr>
                  <a:t>点此输入内容或者复制您的内容在这里，通过复制您的文本</a:t>
                </a:r>
                <a:endParaRPr lang="en-US" altLang="zh-CN" dirty="0">
                  <a:solidFill>
                    <a:schemeClr val="tx1">
                      <a:lumMod val="50000"/>
                      <a:lumOff val="50000"/>
                    </a:schemeClr>
                  </a:solidFill>
                  <a:cs typeface="+mn-ea"/>
                  <a:sym typeface="+mn-lt"/>
                </a:endParaRPr>
              </a:p>
            </p:txBody>
          </p:sp>
          <p:grpSp>
            <p:nvGrpSpPr>
              <p:cNvPr id="30" name="iŝḷîḓê">
                <a:extLst>
                  <a:ext uri="{FF2B5EF4-FFF2-40B4-BE49-F238E27FC236}">
                    <a16:creationId xmlns:a16="http://schemas.microsoft.com/office/drawing/2014/main" id="{220CCAF8-6BB7-5A74-4A0F-A5A523BFF537}"/>
                  </a:ext>
                </a:extLst>
              </p:cNvPr>
              <p:cNvGrpSpPr/>
              <p:nvPr/>
            </p:nvGrpSpPr>
            <p:grpSpPr>
              <a:xfrm>
                <a:off x="996287" y="3125790"/>
                <a:ext cx="360001" cy="360000"/>
                <a:chOff x="752447" y="2654991"/>
                <a:chExt cx="360001" cy="360000"/>
              </a:xfrm>
            </p:grpSpPr>
            <p:sp>
              <p:nvSpPr>
                <p:cNvPr id="31" name="îṩļïďê">
                  <a:extLst>
                    <a:ext uri="{FF2B5EF4-FFF2-40B4-BE49-F238E27FC236}">
                      <a16:creationId xmlns:a16="http://schemas.microsoft.com/office/drawing/2014/main" id="{AFF1C9BC-CA06-4B84-1167-DE24EC53141A}"/>
                    </a:ext>
                  </a:extLst>
                </p:cNvPr>
                <p:cNvSpPr/>
                <p:nvPr/>
              </p:nvSpPr>
              <p:spPr>
                <a:xfrm>
                  <a:off x="752447" y="2654991"/>
                  <a:ext cx="360001" cy="360000"/>
                </a:xfrm>
                <a:prstGeom prst="roundRect">
                  <a:avLst>
                    <a:gd name="adj" fmla="val 50000"/>
                  </a:avLst>
                </a:prstGeom>
                <a:solidFill>
                  <a:schemeClr val="accent2">
                    <a:lumMod val="10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32" name="íş1ïḓè">
                  <a:extLst>
                    <a:ext uri="{FF2B5EF4-FFF2-40B4-BE49-F238E27FC236}">
                      <a16:creationId xmlns:a16="http://schemas.microsoft.com/office/drawing/2014/main" id="{99AC20FB-2BA7-BE0B-75B3-F791D362149E}"/>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nvGrpSpPr>
            <p:cNvPr id="24" name="ísḷíḓé">
              <a:extLst>
                <a:ext uri="{FF2B5EF4-FFF2-40B4-BE49-F238E27FC236}">
                  <a16:creationId xmlns:a16="http://schemas.microsoft.com/office/drawing/2014/main" id="{E7DFFF83-6FEC-B733-02AD-22CBDA6809BA}"/>
                </a:ext>
              </a:extLst>
            </p:cNvPr>
            <p:cNvGrpSpPr>
              <a:grpSpLocks/>
            </p:cNvGrpSpPr>
            <p:nvPr/>
          </p:nvGrpSpPr>
          <p:grpSpPr>
            <a:xfrm>
              <a:off x="663820" y="4936158"/>
              <a:ext cx="2648277" cy="817460"/>
              <a:chOff x="996287" y="3125790"/>
              <a:chExt cx="2648277" cy="817460"/>
            </a:xfrm>
          </p:grpSpPr>
          <p:sp>
            <p:nvSpPr>
              <p:cNvPr id="25" name="ïṡļîde">
                <a:extLst>
                  <a:ext uri="{FF2B5EF4-FFF2-40B4-BE49-F238E27FC236}">
                    <a16:creationId xmlns:a16="http://schemas.microsoft.com/office/drawing/2014/main" id="{1DAAD7FC-C4FC-C1E8-69F2-F7A2CF46B496}"/>
                  </a:ext>
                </a:extLst>
              </p:cNvPr>
              <p:cNvSpPr txBox="1"/>
              <p:nvPr/>
            </p:nvSpPr>
            <p:spPr>
              <a:xfrm flipH="1">
                <a:off x="1233898" y="3304555"/>
                <a:ext cx="2410666" cy="638695"/>
              </a:xfrm>
              <a:prstGeom prst="roundRect">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46800" rIns="180000" bIns="46800" numCol="1" spcCol="0" rtlCol="0" fromWordArt="0" anchor="ctr" anchorCtr="0" forceAA="0" compatLnSpc="1">
                <a:prstTxWarp prst="textNoShape">
                  <a:avLst/>
                </a:prstTxWarp>
                <a:noAutofit/>
              </a:bodyPr>
              <a:lstStyle>
                <a:defPPr>
                  <a:defRPr lang="zh-CN"/>
                </a:defPPr>
                <a:lvl1pPr algn="ctr">
                  <a:defRPr sz="12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lnSpc>
                    <a:spcPct val="130000"/>
                  </a:lnSpc>
                </a:pPr>
                <a:r>
                  <a:rPr lang="zh-CN" altLang="en-US" dirty="0">
                    <a:solidFill>
                      <a:schemeClr val="tx1">
                        <a:lumMod val="50000"/>
                        <a:lumOff val="50000"/>
                      </a:schemeClr>
                    </a:solidFill>
                    <a:cs typeface="+mn-ea"/>
                    <a:sym typeface="+mn-lt"/>
                  </a:rPr>
                  <a:t>点此输入内容或者复制您的内容在这里，通过复制您的文本</a:t>
                </a:r>
                <a:endParaRPr lang="en-US" altLang="zh-CN" dirty="0">
                  <a:solidFill>
                    <a:schemeClr val="tx1">
                      <a:lumMod val="50000"/>
                      <a:lumOff val="50000"/>
                    </a:schemeClr>
                  </a:solidFill>
                  <a:cs typeface="+mn-ea"/>
                  <a:sym typeface="+mn-lt"/>
                </a:endParaRPr>
              </a:p>
            </p:txBody>
          </p:sp>
          <p:grpSp>
            <p:nvGrpSpPr>
              <p:cNvPr id="26" name="iṥ1íḋê">
                <a:extLst>
                  <a:ext uri="{FF2B5EF4-FFF2-40B4-BE49-F238E27FC236}">
                    <a16:creationId xmlns:a16="http://schemas.microsoft.com/office/drawing/2014/main" id="{5591CFEE-64F6-F5CF-E097-085786D1AEB0}"/>
                  </a:ext>
                </a:extLst>
              </p:cNvPr>
              <p:cNvGrpSpPr/>
              <p:nvPr/>
            </p:nvGrpSpPr>
            <p:grpSpPr>
              <a:xfrm>
                <a:off x="996287" y="3125790"/>
                <a:ext cx="360001" cy="360000"/>
                <a:chOff x="752447" y="2654991"/>
                <a:chExt cx="360001" cy="360000"/>
              </a:xfrm>
            </p:grpSpPr>
            <p:sp>
              <p:nvSpPr>
                <p:cNvPr id="27" name="îšlíḍè">
                  <a:extLst>
                    <a:ext uri="{FF2B5EF4-FFF2-40B4-BE49-F238E27FC236}">
                      <a16:creationId xmlns:a16="http://schemas.microsoft.com/office/drawing/2014/main" id="{4B0C20B4-A107-ACA1-BBD1-0BCA2337EFD0}"/>
                    </a:ext>
                  </a:extLst>
                </p:cNvPr>
                <p:cNvSpPr/>
                <p:nvPr/>
              </p:nvSpPr>
              <p:spPr>
                <a:xfrm>
                  <a:off x="752447" y="2654991"/>
                  <a:ext cx="360001" cy="360000"/>
                </a:xfrm>
                <a:prstGeom prst="roundRect">
                  <a:avLst>
                    <a:gd name="adj" fmla="val 50000"/>
                  </a:avLst>
                </a:prstGeom>
                <a:solidFill>
                  <a:schemeClr val="accent2">
                    <a:lumMod val="10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8" name="ïṩ1îďê">
                  <a:extLst>
                    <a:ext uri="{FF2B5EF4-FFF2-40B4-BE49-F238E27FC236}">
                      <a16:creationId xmlns:a16="http://schemas.microsoft.com/office/drawing/2014/main" id="{5852A39E-4411-D3B9-9E62-D53C9F3B349E}"/>
                    </a:ext>
                  </a:extLst>
                </p:cNvPr>
                <p:cNvSpPr/>
                <p:nvPr/>
              </p:nvSpPr>
              <p:spPr>
                <a:xfrm>
                  <a:off x="851032" y="2780398"/>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dirty="0"/>
                </a:p>
              </p:txBody>
            </p:sp>
          </p:grpSp>
        </p:grpSp>
      </p:grpSp>
      <p:grpSp>
        <p:nvGrpSpPr>
          <p:cNvPr id="37" name="íS1iḑê">
            <a:extLst>
              <a:ext uri="{FF2B5EF4-FFF2-40B4-BE49-F238E27FC236}">
                <a16:creationId xmlns:a16="http://schemas.microsoft.com/office/drawing/2014/main" id="{727ECAF9-E939-0250-2B73-AC406998D381}"/>
              </a:ext>
            </a:extLst>
          </p:cNvPr>
          <p:cNvGrpSpPr/>
          <p:nvPr/>
        </p:nvGrpSpPr>
        <p:grpSpPr>
          <a:xfrm>
            <a:off x="3422083" y="1508685"/>
            <a:ext cx="5347835" cy="3967630"/>
            <a:chOff x="3422083" y="2003985"/>
            <a:chExt cx="5347835" cy="3967630"/>
          </a:xfrm>
        </p:grpSpPr>
        <p:sp>
          <p:nvSpPr>
            <p:cNvPr id="38" name="íṧ1iḓè">
              <a:extLst>
                <a:ext uri="{FF2B5EF4-FFF2-40B4-BE49-F238E27FC236}">
                  <a16:creationId xmlns:a16="http://schemas.microsoft.com/office/drawing/2014/main" id="{F85671FA-A357-7098-E5C4-930DF43D28F3}"/>
                </a:ext>
              </a:extLst>
            </p:cNvPr>
            <p:cNvSpPr/>
            <p:nvPr/>
          </p:nvSpPr>
          <p:spPr>
            <a:xfrm>
              <a:off x="4362104" y="2260254"/>
              <a:ext cx="3455092" cy="3455092"/>
            </a:xfrm>
            <a:prstGeom prst="blockArc">
              <a:avLst>
                <a:gd name="adj1" fmla="val 5400000"/>
                <a:gd name="adj2" fmla="val 16200000"/>
                <a:gd name="adj3" fmla="val 19633"/>
              </a:avLst>
            </a:prstGeom>
            <a:solidFill>
              <a:schemeClr val="accent2">
                <a:lumMod val="10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sp>
          <p:nvSpPr>
            <p:cNvPr id="39" name="íSlíḑè">
              <a:extLst>
                <a:ext uri="{FF2B5EF4-FFF2-40B4-BE49-F238E27FC236}">
                  <a16:creationId xmlns:a16="http://schemas.microsoft.com/office/drawing/2014/main" id="{A22093A1-55D5-EA78-0775-76246DD13854}"/>
                </a:ext>
              </a:extLst>
            </p:cNvPr>
            <p:cNvSpPr/>
            <p:nvPr/>
          </p:nvSpPr>
          <p:spPr>
            <a:xfrm>
              <a:off x="4105835" y="2003985"/>
              <a:ext cx="3967630" cy="3967630"/>
            </a:xfrm>
            <a:prstGeom prst="ellipse">
              <a:avLst/>
            </a:prstGeom>
            <a:solidFill>
              <a:schemeClr val="accent2">
                <a:lumMod val="10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ïSḷíḋê">
              <a:extLst>
                <a:ext uri="{FF2B5EF4-FFF2-40B4-BE49-F238E27FC236}">
                  <a16:creationId xmlns:a16="http://schemas.microsoft.com/office/drawing/2014/main" id="{85DC937D-740A-E35F-35C6-BD9D95849472}"/>
                </a:ext>
              </a:extLst>
            </p:cNvPr>
            <p:cNvSpPr/>
            <p:nvPr/>
          </p:nvSpPr>
          <p:spPr>
            <a:xfrm>
              <a:off x="4362104" y="2260254"/>
              <a:ext cx="3455092" cy="3455092"/>
            </a:xfrm>
            <a:prstGeom prst="blockArc">
              <a:avLst>
                <a:gd name="adj1" fmla="val 16200000"/>
                <a:gd name="adj2" fmla="val 5400000"/>
                <a:gd name="adj3" fmla="val 20000"/>
              </a:avLst>
            </a:prstGeom>
            <a:solidFill>
              <a:schemeClr val="accent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grpSp>
          <p:nvGrpSpPr>
            <p:cNvPr id="41" name="ïSḷîḍè">
              <a:extLst>
                <a:ext uri="{FF2B5EF4-FFF2-40B4-BE49-F238E27FC236}">
                  <a16:creationId xmlns:a16="http://schemas.microsoft.com/office/drawing/2014/main" id="{5D4BB350-9F43-E3B7-9E7C-A299FA99F70B}"/>
                </a:ext>
              </a:extLst>
            </p:cNvPr>
            <p:cNvGrpSpPr/>
            <p:nvPr/>
          </p:nvGrpSpPr>
          <p:grpSpPr>
            <a:xfrm>
              <a:off x="3422083" y="3431964"/>
              <a:ext cx="5347835" cy="1116213"/>
              <a:chOff x="3399200" y="3431964"/>
              <a:chExt cx="5347835" cy="1116213"/>
            </a:xfrm>
          </p:grpSpPr>
          <p:sp>
            <p:nvSpPr>
              <p:cNvPr id="43" name="îśľîde">
                <a:extLst>
                  <a:ext uri="{FF2B5EF4-FFF2-40B4-BE49-F238E27FC236}">
                    <a16:creationId xmlns:a16="http://schemas.microsoft.com/office/drawing/2014/main" id="{00EE7D32-A542-49E9-206B-46968409A52E}"/>
                  </a:ext>
                </a:extLst>
              </p:cNvPr>
              <p:cNvSpPr/>
              <p:nvPr/>
            </p:nvSpPr>
            <p:spPr>
              <a:xfrm>
                <a:off x="6879418" y="3431964"/>
                <a:ext cx="1867617" cy="1116213"/>
              </a:xfrm>
              <a:prstGeom prst="rightArrow">
                <a:avLst/>
              </a:prstGeom>
              <a:gradFill>
                <a:gsLst>
                  <a:gs pos="0">
                    <a:schemeClr val="accent1">
                      <a:lumMod val="60000"/>
                      <a:lumOff val="40000"/>
                    </a:schemeClr>
                  </a:gs>
                  <a:gs pos="50000">
                    <a:schemeClr val="accent1"/>
                  </a:gs>
                </a:gsLst>
                <a:lin ang="0" scaled="0"/>
              </a:gradFill>
              <a:ln>
                <a:noFill/>
              </a:ln>
              <a:effectLst>
                <a:outerShdw blurRad="177800" dist="1524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sp>
            <p:nvSpPr>
              <p:cNvPr id="44" name="iş1íďè">
                <a:extLst>
                  <a:ext uri="{FF2B5EF4-FFF2-40B4-BE49-F238E27FC236}">
                    <a16:creationId xmlns:a16="http://schemas.microsoft.com/office/drawing/2014/main" id="{1DE3A3F9-8E56-B54D-B8A4-E6B3ED7714F4}"/>
                  </a:ext>
                </a:extLst>
              </p:cNvPr>
              <p:cNvSpPr/>
              <p:nvPr/>
            </p:nvSpPr>
            <p:spPr>
              <a:xfrm flipH="1">
                <a:off x="3399200" y="3431964"/>
                <a:ext cx="1867617" cy="1116213"/>
              </a:xfrm>
              <a:prstGeom prst="rightArrow">
                <a:avLst/>
              </a:prstGeom>
              <a:gradFill flip="none" rotWithShape="1">
                <a:gsLst>
                  <a:gs pos="0">
                    <a:schemeClr val="accent2">
                      <a:lumMod val="60000"/>
                      <a:lumOff val="40000"/>
                    </a:schemeClr>
                  </a:gs>
                  <a:gs pos="50000">
                    <a:schemeClr val="accent2">
                      <a:lumMod val="100000"/>
                    </a:schemeClr>
                  </a:gs>
                </a:gsLst>
                <a:lin ang="0" scaled="0"/>
                <a:tileRect/>
              </a:gradFill>
              <a:ln>
                <a:noFill/>
              </a:ln>
              <a:effectLst>
                <a:outerShdw blurRad="177800" dist="152400" dir="2700000" algn="tl" rotWithShape="0">
                  <a:schemeClr val="accent2">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Ins="288000" rtlCol="0" anchor="ctr"/>
              <a:lstStyle/>
              <a:p>
                <a:pPr algn="ctr"/>
                <a:endParaRPr kumimoji="1" lang="zh-CN" altLang="en-US" b="1">
                  <a:solidFill>
                    <a:schemeClr val="bg1"/>
                  </a:solidFill>
                </a:endParaRPr>
              </a:p>
            </p:txBody>
          </p:sp>
        </p:grpSp>
        <p:sp>
          <p:nvSpPr>
            <p:cNvPr id="42" name="ïŝlïďè">
              <a:extLst>
                <a:ext uri="{FF2B5EF4-FFF2-40B4-BE49-F238E27FC236}">
                  <a16:creationId xmlns:a16="http://schemas.microsoft.com/office/drawing/2014/main" id="{4023CA5D-409E-F0CE-66E1-DBC9B2744540}"/>
                </a:ext>
              </a:extLst>
            </p:cNvPr>
            <p:cNvSpPr/>
            <p:nvPr/>
          </p:nvSpPr>
          <p:spPr>
            <a:xfrm>
              <a:off x="5035551" y="2933701"/>
              <a:ext cx="2108198" cy="2108198"/>
            </a:xfrm>
            <a:prstGeom prst="ellipse">
              <a:avLst/>
            </a:prstGeom>
            <a:blipFill>
              <a:blip r:embed="rId3" cstate="email">
                <a:extLst>
                  <a:ext uri="{28A0092B-C50C-407E-A947-70E740481C1C}">
                    <a14:useLocalDpi xmlns:a14="http://schemas.microsoft.com/office/drawing/2010/main"/>
                  </a:ext>
                </a:extLst>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endParaRPr kumimoji="1" lang="zh-CN" altLang="en-US" sz="2400" b="1" dirty="0">
                <a:solidFill>
                  <a:schemeClr val="accent2"/>
                </a:solidFill>
              </a:endParaRPr>
            </a:p>
          </p:txBody>
        </p:sp>
      </p:grpSp>
      <p:grpSp>
        <p:nvGrpSpPr>
          <p:cNvPr id="48" name="组合 47">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49"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市场调查结果</a:t>
              </a:r>
            </a:p>
          </p:txBody>
        </p:sp>
        <p:sp>
          <p:nvSpPr>
            <p:cNvPr id="55"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6" name="椭圆 55">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1855310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flipH="1">
            <a:off x="0" y="0"/>
            <a:ext cx="12192000" cy="6145048"/>
            <a:chOff x="0" y="0"/>
            <a:chExt cx="12192000" cy="6145048"/>
          </a:xfrm>
        </p:grpSpPr>
        <p:sp>
          <p:nvSpPr>
            <p:cNvPr id="7" name="iŝlîḑê">
              <a:extLst>
                <a:ext uri="{FF2B5EF4-FFF2-40B4-BE49-F238E27FC236}">
                  <a16:creationId xmlns:a16="http://schemas.microsoft.com/office/drawing/2014/main" id="{3FE092F9-1B0E-483F-BDF5-C99D316BF502}"/>
                </a:ext>
              </a:extLst>
            </p:cNvPr>
            <p:cNvSpPr/>
            <p:nvPr/>
          </p:nvSpPr>
          <p:spPr bwMode="auto">
            <a:xfrm>
              <a:off x="3943" y="1307869"/>
              <a:ext cx="12184113" cy="4837179"/>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8" name="任意多边形: 形状 15">
              <a:extLst>
                <a:ext uri="{FF2B5EF4-FFF2-40B4-BE49-F238E27FC236}">
                  <a16:creationId xmlns:a16="http://schemas.microsoft.com/office/drawing/2014/main" id="{C8391939-8C01-47EF-9A83-A59D37FD8C93}"/>
                </a:ext>
              </a:extLst>
            </p:cNvPr>
            <p:cNvSpPr/>
            <p:nvPr/>
          </p:nvSpPr>
          <p:spPr bwMode="auto">
            <a:xfrm>
              <a:off x="0" y="0"/>
              <a:ext cx="12192000" cy="5448531"/>
            </a:xfrm>
            <a:custGeom>
              <a:avLst/>
              <a:gdLst>
                <a:gd name="connsiteX0" fmla="*/ 0 w 12192000"/>
                <a:gd name="connsiteY0" fmla="*/ 0 h 5448531"/>
                <a:gd name="connsiteX1" fmla="*/ 12192000 w 12192000"/>
                <a:gd name="connsiteY1" fmla="*/ 0 h 5448531"/>
                <a:gd name="connsiteX2" fmla="*/ 12192000 w 12192000"/>
                <a:gd name="connsiteY2" fmla="*/ 1218494 h 5448531"/>
                <a:gd name="connsiteX3" fmla="*/ 12192000 w 12192000"/>
                <a:gd name="connsiteY3" fmla="*/ 1327005 h 5448531"/>
                <a:gd name="connsiteX4" fmla="*/ 12192000 w 12192000"/>
                <a:gd name="connsiteY4" fmla="*/ 1332948 h 5448531"/>
                <a:gd name="connsiteX5" fmla="*/ 12192000 w 12192000"/>
                <a:gd name="connsiteY5" fmla="*/ 1424725 h 5448531"/>
                <a:gd name="connsiteX6" fmla="*/ 12192000 w 12192000"/>
                <a:gd name="connsiteY6" fmla="*/ 1985864 h 5448531"/>
                <a:gd name="connsiteX7" fmla="*/ 6096000 w 12192000"/>
                <a:gd name="connsiteY7" fmla="*/ 3367128 h 5448531"/>
                <a:gd name="connsiteX8" fmla="*/ 0 w 12192000"/>
                <a:gd name="connsiteY8" fmla="*/ 4748394 h 5448531"/>
                <a:gd name="connsiteX9" fmla="*/ 0 w 12192000"/>
                <a:gd name="connsiteY9" fmla="*/ 1628257 h 5448531"/>
                <a:gd name="connsiteX10" fmla="*/ 0 w 12192000"/>
                <a:gd name="connsiteY10" fmla="*/ 1332948 h 5448531"/>
                <a:gd name="connsiteX11" fmla="*/ 0 w 12192000"/>
                <a:gd name="connsiteY11" fmla="*/ 1218494 h 54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448531">
                  <a:moveTo>
                    <a:pt x="0" y="0"/>
                  </a:moveTo>
                  <a:lnTo>
                    <a:pt x="12192000" y="0"/>
                  </a:lnTo>
                  <a:lnTo>
                    <a:pt x="12192000" y="1218494"/>
                  </a:lnTo>
                  <a:cubicBezTo>
                    <a:pt x="12192000" y="1256863"/>
                    <a:pt x="12192000" y="1292833"/>
                    <a:pt x="12192000" y="1327005"/>
                  </a:cubicBezTo>
                  <a:lnTo>
                    <a:pt x="12192000" y="1332948"/>
                  </a:lnTo>
                  <a:lnTo>
                    <a:pt x="12192000" y="1424725"/>
                  </a:lnTo>
                  <a:cubicBezTo>
                    <a:pt x="12192000" y="1611771"/>
                    <a:pt x="12192000" y="1755653"/>
                    <a:pt x="12192000" y="1985864"/>
                  </a:cubicBezTo>
                  <a:cubicBezTo>
                    <a:pt x="10065489" y="1065020"/>
                    <a:pt x="8080745" y="1678916"/>
                    <a:pt x="6096000" y="3367128"/>
                  </a:cubicBezTo>
                  <a:cubicBezTo>
                    <a:pt x="4111258" y="5055341"/>
                    <a:pt x="2126512" y="6283132"/>
                    <a:pt x="0" y="4748394"/>
                  </a:cubicBezTo>
                  <a:cubicBezTo>
                    <a:pt x="0" y="3674077"/>
                    <a:pt x="0" y="2599759"/>
                    <a:pt x="0" y="1628257"/>
                  </a:cubicBezTo>
                  <a:lnTo>
                    <a:pt x="0" y="1332948"/>
                  </a:lnTo>
                  <a:lnTo>
                    <a:pt x="0" y="1218494"/>
                  </a:lnTo>
                  <a:close/>
                </a:path>
              </a:pathLst>
            </a:custGeom>
            <a:blipFill>
              <a:blip r:embed="rId2" cstate="email">
                <a:extLst>
                  <a:ext uri="{28A0092B-C50C-407E-A947-70E740481C1C}">
                    <a14:useLocalDpi xmlns:a14="http://schemas.microsoft.com/office/drawing/2010/main"/>
                  </a:ext>
                </a:extLst>
              </a:blip>
              <a:srcRect/>
              <a:stretch>
                <a:fillRect/>
              </a:stretch>
            </a:blipFill>
            <a:ln w="2222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en-US" sz="2800" b="1">
                <a:solidFill>
                  <a:schemeClr val="lt1"/>
                </a:solidFill>
              </a:endParaRPr>
            </a:p>
          </p:txBody>
        </p:sp>
      </p:grpSp>
      <p:grpSp>
        <p:nvGrpSpPr>
          <p:cNvPr id="9" name="组合 8">
            <a:extLst>
              <a:ext uri="{FF2B5EF4-FFF2-40B4-BE49-F238E27FC236}">
                <a16:creationId xmlns:a16="http://schemas.microsoft.com/office/drawing/2014/main" id="{FC63265E-DFB3-2EC4-7076-101FD1F99E22}"/>
              </a:ext>
            </a:extLst>
          </p:cNvPr>
          <p:cNvGrpSpPr/>
          <p:nvPr/>
        </p:nvGrpSpPr>
        <p:grpSpPr>
          <a:xfrm>
            <a:off x="522287" y="3310415"/>
            <a:ext cx="6306295" cy="2608091"/>
            <a:chOff x="5180740" y="1680655"/>
            <a:chExt cx="6406386" cy="2649487"/>
          </a:xfrm>
        </p:grpSpPr>
        <p:sp>
          <p:nvSpPr>
            <p:cNvPr id="11" name="文本框 10">
              <a:extLst>
                <a:ext uri="{FF2B5EF4-FFF2-40B4-BE49-F238E27FC236}">
                  <a16:creationId xmlns:a16="http://schemas.microsoft.com/office/drawing/2014/main" id="{9B46DFD4-14C5-CEB0-82C6-7DC8D3701C75}"/>
                </a:ext>
              </a:extLst>
            </p:cNvPr>
            <p:cNvSpPr txBox="1"/>
            <p:nvPr/>
          </p:nvSpPr>
          <p:spPr>
            <a:xfrm>
              <a:off x="5180741" y="2491171"/>
              <a:ext cx="6406385" cy="1219381"/>
            </a:xfrm>
            <a:prstGeom prst="rect">
              <a:avLst/>
            </a:prstGeom>
            <a:noFill/>
            <a:effectLst/>
          </p:spPr>
          <p:txBody>
            <a:bodyPr wrap="square" rtlCol="0">
              <a:spAutoFit/>
            </a:bodyPr>
            <a:lstStyle/>
            <a:p>
              <a:r>
                <a:rPr lang="zh-CN" altLang="en-US" sz="7200" dirty="0">
                  <a:solidFill>
                    <a:schemeClr val="tx1">
                      <a:lumMod val="75000"/>
                      <a:lumOff val="25000"/>
                    </a:schemeClr>
                  </a:solidFill>
                  <a:latin typeface="思源宋体 CN Heavy" panose="02020900000000000000" pitchFamily="18" charset="-122"/>
                  <a:ea typeface="思源宋体 CN Heavy" panose="02020900000000000000" pitchFamily="18" charset="-122"/>
                </a:rPr>
                <a:t>未来发展预期</a:t>
              </a:r>
            </a:p>
          </p:txBody>
        </p:sp>
        <p:sp>
          <p:nvSpPr>
            <p:cNvPr id="12" name="文本框 11">
              <a:extLst>
                <a:ext uri="{FF2B5EF4-FFF2-40B4-BE49-F238E27FC236}">
                  <a16:creationId xmlns:a16="http://schemas.microsoft.com/office/drawing/2014/main" id="{4673B215-E6B8-713A-C56E-0290ECCAD834}"/>
                </a:ext>
              </a:extLst>
            </p:cNvPr>
            <p:cNvSpPr txBox="1"/>
            <p:nvPr/>
          </p:nvSpPr>
          <p:spPr>
            <a:xfrm>
              <a:off x="5180740" y="3768914"/>
              <a:ext cx="5596295" cy="561228"/>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1100" dirty="0">
                  <a:solidFill>
                    <a:schemeClr val="tx1">
                      <a:lumMod val="50000"/>
                      <a:lumOff val="50000"/>
                    </a:schemeClr>
                  </a:solidFill>
                  <a:latin typeface="+mn-ea"/>
                  <a:cs typeface="+mn-ea"/>
                  <a:sym typeface="+mn-lt"/>
                </a:rPr>
                <a:t>Adjust the spacing to adapt to Chinese typesetting, use the reference line in PPT. Theme color makes PPT more </a:t>
              </a:r>
              <a:r>
                <a:rPr lang="en-US" altLang="zh-CN" dirty="0">
                  <a:solidFill>
                    <a:schemeClr val="tx1">
                      <a:lumMod val="50000"/>
                      <a:lumOff val="50000"/>
                    </a:schemeClr>
                  </a:solidFill>
                  <a:latin typeface="+mn-ea"/>
                  <a:cs typeface="+mn-ea"/>
                  <a:sym typeface="+mn-lt"/>
                </a:rPr>
                <a:t>convenient</a:t>
              </a:r>
              <a:r>
                <a:rPr lang="en-US" altLang="zh-CN" sz="1100" dirty="0">
                  <a:solidFill>
                    <a:schemeClr val="tx1">
                      <a:lumMod val="50000"/>
                      <a:lumOff val="50000"/>
                    </a:schemeClr>
                  </a:solidFill>
                  <a:latin typeface="+mn-ea"/>
                  <a:cs typeface="+mn-ea"/>
                  <a:sym typeface="+mn-lt"/>
                </a:rPr>
                <a:t> to change. </a:t>
              </a:r>
            </a:p>
          </p:txBody>
        </p:sp>
        <p:sp>
          <p:nvSpPr>
            <p:cNvPr id="13" name="文本框 12">
              <a:extLst>
                <a:ext uri="{FF2B5EF4-FFF2-40B4-BE49-F238E27FC236}">
                  <a16:creationId xmlns:a16="http://schemas.microsoft.com/office/drawing/2014/main" id="{0C338417-6346-8C4E-EBD8-796734B76DB3}"/>
                </a:ext>
              </a:extLst>
            </p:cNvPr>
            <p:cNvSpPr txBox="1"/>
            <p:nvPr/>
          </p:nvSpPr>
          <p:spPr>
            <a:xfrm>
              <a:off x="5180741" y="1680655"/>
              <a:ext cx="2652607" cy="781654"/>
            </a:xfrm>
            <a:prstGeom prst="rect">
              <a:avLst/>
            </a:prstGeom>
            <a:noFill/>
          </p:spPr>
          <p:txBody>
            <a:bodyPr wrap="none" rtlCol="0">
              <a:spAutoFit/>
            </a:bodyPr>
            <a:lstStyle/>
            <a:p>
              <a:pPr algn="just"/>
              <a:r>
                <a:rPr lang="en-US" altLang="zh-CN" sz="4400" dirty="0">
                  <a:solidFill>
                    <a:schemeClr val="accent1"/>
                  </a:solidFill>
                  <a:latin typeface="思源宋体 CN Heavy" panose="02020900000000000000" pitchFamily="18" charset="-122"/>
                  <a:ea typeface="思源宋体 CN Heavy" panose="02020900000000000000" pitchFamily="18" charset="-122"/>
                </a:rPr>
                <a:t>PART-04</a:t>
              </a:r>
              <a:endParaRPr lang="zh-CN" altLang="en-US" sz="4400" dirty="0">
                <a:solidFill>
                  <a:schemeClr val="accent1"/>
                </a:solidFill>
                <a:latin typeface="思源宋体 CN Heavy" panose="02020900000000000000" pitchFamily="18" charset="-122"/>
                <a:ea typeface="思源宋体 CN Heavy" panose="02020900000000000000" pitchFamily="18" charset="-122"/>
              </a:endParaRPr>
            </a:p>
          </p:txBody>
        </p:sp>
      </p:grpSp>
      <p:grpSp>
        <p:nvGrpSpPr>
          <p:cNvPr id="14" name="组合 13"/>
          <p:cNvGrpSpPr/>
          <p:nvPr/>
        </p:nvGrpSpPr>
        <p:grpSpPr>
          <a:xfrm>
            <a:off x="10858499" y="6377051"/>
            <a:ext cx="1048158" cy="181243"/>
            <a:chOff x="2315182" y="-3073940"/>
            <a:chExt cx="2681596" cy="463690"/>
          </a:xfrm>
          <a:solidFill>
            <a:schemeClr val="accent1"/>
          </a:solidFill>
        </p:grpSpPr>
        <p:sp>
          <p:nvSpPr>
            <p:cNvPr id="15" name="椭圆 14"/>
            <p:cNvSpPr/>
            <p:nvPr/>
          </p:nvSpPr>
          <p:spPr>
            <a:xfrm>
              <a:off x="2315182"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054484"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793786" y="-3073940"/>
              <a:ext cx="463690" cy="463690"/>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533088" y="-3073940"/>
              <a:ext cx="463690" cy="4636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177549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559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AA53FA4-F02D-419E-A271-86C6F867A175}"/>
              </a:ext>
            </a:extLst>
          </p:cNvPr>
          <p:cNvGrpSpPr>
            <a:grpSpLocks noChangeAspect="1"/>
          </p:cNvGrpSpPr>
          <p:nvPr/>
        </p:nvGrpSpPr>
        <p:grpSpPr>
          <a:xfrm>
            <a:off x="673100" y="1130300"/>
            <a:ext cx="10845800" cy="5016500"/>
            <a:chOff x="673100" y="1130300"/>
            <a:chExt cx="10845800" cy="5016500"/>
          </a:xfrm>
        </p:grpSpPr>
        <p:sp>
          <p:nvSpPr>
            <p:cNvPr id="6" name="iṥ1ídè">
              <a:extLst>
                <a:ext uri="{FF2B5EF4-FFF2-40B4-BE49-F238E27FC236}">
                  <a16:creationId xmlns:a16="http://schemas.microsoft.com/office/drawing/2014/main" id="{A9134783-0468-4338-BB0D-A24C6986D271}"/>
                </a:ext>
              </a:extLst>
            </p:cNvPr>
            <p:cNvSpPr/>
            <p:nvPr/>
          </p:nvSpPr>
          <p:spPr>
            <a:xfrm>
              <a:off x="673100" y="1130301"/>
              <a:ext cx="10845800" cy="2500768"/>
            </a:xfrm>
            <a:prstGeom prst="rect">
              <a:avLst/>
            </a:prstGeom>
            <a:pattFill prst="ltUpDiag">
              <a:fgClr>
                <a:schemeClr val="bg1">
                  <a:lumMod val="95000"/>
                </a:schemeClr>
              </a:fgClr>
              <a:bgClr>
                <a:schemeClr val="bg1"/>
              </a:bgClr>
            </a:pattFill>
            <a:ln w="3175" cap="flat" cmpd="sng" algn="ctr">
              <a:solidFill>
                <a:schemeClr val="bg1">
                  <a:lumMod val="7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7" name="íṩ1íďè">
              <a:extLst>
                <a:ext uri="{FF2B5EF4-FFF2-40B4-BE49-F238E27FC236}">
                  <a16:creationId xmlns:a16="http://schemas.microsoft.com/office/drawing/2014/main" id="{5CFC7CBD-3762-4AD3-8E7B-7BC54364D5FB}"/>
                </a:ext>
              </a:extLst>
            </p:cNvPr>
            <p:cNvSpPr/>
            <p:nvPr/>
          </p:nvSpPr>
          <p:spPr>
            <a:xfrm>
              <a:off x="4564996" y="1130300"/>
              <a:ext cx="3062008" cy="707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2400" i="1" dirty="0">
                  <a:solidFill>
                    <a:schemeClr val="bg1"/>
                  </a:solidFill>
                </a:rPr>
                <a:t>……</a:t>
              </a:r>
              <a:r>
                <a:rPr lang="zh-CN" altLang="en-US" sz="2400" i="1" dirty="0">
                  <a:solidFill>
                    <a:schemeClr val="bg1"/>
                  </a:solidFill>
                </a:rPr>
                <a:t>关键词</a:t>
              </a:r>
              <a:r>
                <a:rPr lang="en-US" altLang="zh-CN" sz="2400" i="1" dirty="0">
                  <a:solidFill>
                    <a:schemeClr val="bg1"/>
                  </a:solidFill>
                </a:rPr>
                <a:t>……</a:t>
              </a:r>
            </a:p>
          </p:txBody>
        </p:sp>
        <p:cxnSp>
          <p:nvCxnSpPr>
            <p:cNvPr id="8" name="直接连接符 7">
              <a:extLst>
                <a:ext uri="{FF2B5EF4-FFF2-40B4-BE49-F238E27FC236}">
                  <a16:creationId xmlns:a16="http://schemas.microsoft.com/office/drawing/2014/main" id="{A91FEA0F-9381-4A62-9B46-7659808B6475}"/>
                </a:ext>
              </a:extLst>
            </p:cNvPr>
            <p:cNvCxnSpPr>
              <a:stCxn id="10" idx="3"/>
              <a:endCxn id="19" idx="1"/>
            </p:cNvCxnSpPr>
            <p:nvPr/>
          </p:nvCxnSpPr>
          <p:spPr>
            <a:xfrm>
              <a:off x="3526066" y="3629151"/>
              <a:ext cx="5139868" cy="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9" name="í$ḷídê">
              <a:extLst>
                <a:ext uri="{FF2B5EF4-FFF2-40B4-BE49-F238E27FC236}">
                  <a16:creationId xmlns:a16="http://schemas.microsoft.com/office/drawing/2014/main" id="{EF4B8F51-B025-4075-B059-BAC60EA797D4}"/>
                </a:ext>
              </a:extLst>
            </p:cNvPr>
            <p:cNvSpPr/>
            <p:nvPr/>
          </p:nvSpPr>
          <p:spPr>
            <a:xfrm>
              <a:off x="1731881" y="2990001"/>
              <a:ext cx="1794185" cy="415768"/>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sz="1600" u="sng" dirty="0">
                  <a:solidFill>
                    <a:schemeClr val="tx1">
                      <a:lumMod val="75000"/>
                      <a:lumOff val="25000"/>
                    </a:schemeClr>
                  </a:solidFill>
                </a:rPr>
                <a:t>输入文本</a:t>
              </a:r>
              <a:endParaRPr lang="en-US" altLang="zh-CN" sz="1600" u="sng" dirty="0">
                <a:solidFill>
                  <a:schemeClr val="tx1">
                    <a:lumMod val="75000"/>
                    <a:lumOff val="25000"/>
                  </a:schemeClr>
                </a:solidFill>
              </a:endParaRPr>
            </a:p>
          </p:txBody>
        </p:sp>
        <p:sp>
          <p:nvSpPr>
            <p:cNvPr id="10" name="iṣlïde">
              <a:extLst>
                <a:ext uri="{FF2B5EF4-FFF2-40B4-BE49-F238E27FC236}">
                  <a16:creationId xmlns:a16="http://schemas.microsoft.com/office/drawing/2014/main" id="{225FC258-6A89-42D4-8D5E-66604A193F92}"/>
                </a:ext>
              </a:extLst>
            </p:cNvPr>
            <p:cNvSpPr/>
            <p:nvPr/>
          </p:nvSpPr>
          <p:spPr>
            <a:xfrm>
              <a:off x="1731881" y="3405769"/>
              <a:ext cx="1794185" cy="446763"/>
            </a:xfrm>
            <a:prstGeom prst="roundRect">
              <a:avLst>
                <a:gd name="adj" fmla="val 50000"/>
              </a:avLst>
            </a:prstGeom>
            <a:solidFill>
              <a:schemeClr val="bg1"/>
            </a:solidFill>
            <a:ln w="19050">
              <a:solidFill>
                <a:schemeClr val="bg1">
                  <a:lumMod val="95000"/>
                </a:schemeClr>
              </a:solid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endParaRPr lang="zh-CN" altLang="en-US" sz="1600" dirty="0"/>
            </a:p>
          </p:txBody>
        </p:sp>
        <p:sp>
          <p:nvSpPr>
            <p:cNvPr id="11" name="î$ļíḋè">
              <a:extLst>
                <a:ext uri="{FF2B5EF4-FFF2-40B4-BE49-F238E27FC236}">
                  <a16:creationId xmlns:a16="http://schemas.microsoft.com/office/drawing/2014/main" id="{51848E5D-4537-47D7-90D1-511AD0B71668}"/>
                </a:ext>
              </a:extLst>
            </p:cNvPr>
            <p:cNvSpPr txBox="1"/>
            <p:nvPr/>
          </p:nvSpPr>
          <p:spPr>
            <a:xfrm>
              <a:off x="1196159" y="3991449"/>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12" name="íṡḻíḍê">
              <a:extLst>
                <a:ext uri="{FF2B5EF4-FFF2-40B4-BE49-F238E27FC236}">
                  <a16:creationId xmlns:a16="http://schemas.microsoft.com/office/drawing/2014/main" id="{51848E5D-4537-47D7-90D1-511AD0B71668}"/>
                </a:ext>
              </a:extLst>
            </p:cNvPr>
            <p:cNvSpPr txBox="1"/>
            <p:nvPr/>
          </p:nvSpPr>
          <p:spPr>
            <a:xfrm>
              <a:off x="1196159" y="5105087"/>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13" name="išlíďè">
              <a:extLst>
                <a:ext uri="{FF2B5EF4-FFF2-40B4-BE49-F238E27FC236}">
                  <a16:creationId xmlns:a16="http://schemas.microsoft.com/office/drawing/2014/main" id="{11E7696B-751E-4F78-98D1-C02C4D48E6BA}"/>
                </a:ext>
              </a:extLst>
            </p:cNvPr>
            <p:cNvSpPr/>
            <p:nvPr/>
          </p:nvSpPr>
          <p:spPr>
            <a:xfrm>
              <a:off x="2461485" y="3488824"/>
              <a:ext cx="334977" cy="280653"/>
            </a:xfrm>
            <a:custGeom>
              <a:avLst/>
              <a:gdLst>
                <a:gd name="connsiteX0" fmla="*/ 552739 w 609615"/>
                <a:gd name="connsiteY0" fmla="*/ 397213 h 510753"/>
                <a:gd name="connsiteX1" fmla="*/ 609615 w 609615"/>
                <a:gd name="connsiteY1" fmla="*/ 453983 h 510753"/>
                <a:gd name="connsiteX2" fmla="*/ 552739 w 609615"/>
                <a:gd name="connsiteY2" fmla="*/ 510753 h 510753"/>
                <a:gd name="connsiteX3" fmla="*/ 495863 w 609615"/>
                <a:gd name="connsiteY3" fmla="*/ 453983 h 510753"/>
                <a:gd name="connsiteX4" fmla="*/ 552739 w 609615"/>
                <a:gd name="connsiteY4" fmla="*/ 397213 h 510753"/>
                <a:gd name="connsiteX5" fmla="*/ 547870 w 609615"/>
                <a:gd name="connsiteY5" fmla="*/ 198571 h 510753"/>
                <a:gd name="connsiteX6" fmla="*/ 604746 w 609615"/>
                <a:gd name="connsiteY6" fmla="*/ 255341 h 510753"/>
                <a:gd name="connsiteX7" fmla="*/ 547870 w 609615"/>
                <a:gd name="connsiteY7" fmla="*/ 312111 h 510753"/>
                <a:gd name="connsiteX8" fmla="*/ 490994 w 609615"/>
                <a:gd name="connsiteY8" fmla="*/ 255341 h 510753"/>
                <a:gd name="connsiteX9" fmla="*/ 547870 w 609615"/>
                <a:gd name="connsiteY9" fmla="*/ 198571 h 510753"/>
                <a:gd name="connsiteX10" fmla="*/ 119644 w 609615"/>
                <a:gd name="connsiteY10" fmla="*/ 191797 h 510753"/>
                <a:gd name="connsiteX11" fmla="*/ 127891 w 609615"/>
                <a:gd name="connsiteY11" fmla="*/ 196674 h 510753"/>
                <a:gd name="connsiteX12" fmla="*/ 121502 w 609615"/>
                <a:gd name="connsiteY12" fmla="*/ 203292 h 510753"/>
                <a:gd name="connsiteX13" fmla="*/ 129982 w 609615"/>
                <a:gd name="connsiteY13" fmla="*/ 212233 h 510753"/>
                <a:gd name="connsiteX14" fmla="*/ 122664 w 609615"/>
                <a:gd name="connsiteY14" fmla="*/ 226050 h 510753"/>
                <a:gd name="connsiteX15" fmla="*/ 115462 w 609615"/>
                <a:gd name="connsiteY15" fmla="*/ 225702 h 510753"/>
                <a:gd name="connsiteX16" fmla="*/ 109306 w 609615"/>
                <a:gd name="connsiteY16" fmla="*/ 211652 h 510753"/>
                <a:gd name="connsiteX17" fmla="*/ 117669 w 609615"/>
                <a:gd name="connsiteY17" fmla="*/ 203176 h 510753"/>
                <a:gd name="connsiteX18" fmla="*/ 111513 w 609615"/>
                <a:gd name="connsiteY18" fmla="*/ 196441 h 510753"/>
                <a:gd name="connsiteX19" fmla="*/ 88250 w 609615"/>
                <a:gd name="connsiteY19" fmla="*/ 191374 h 510753"/>
                <a:gd name="connsiteX20" fmla="*/ 111272 w 609615"/>
                <a:gd name="connsiteY20" fmla="*/ 231774 h 510753"/>
                <a:gd name="connsiteX21" fmla="*/ 119760 w 609615"/>
                <a:gd name="connsiteY21" fmla="*/ 238160 h 510753"/>
                <a:gd name="connsiteX22" fmla="*/ 128364 w 609615"/>
                <a:gd name="connsiteY22" fmla="*/ 231891 h 510753"/>
                <a:gd name="connsiteX23" fmla="*/ 152316 w 609615"/>
                <a:gd name="connsiteY23" fmla="*/ 191490 h 510753"/>
                <a:gd name="connsiteX24" fmla="*/ 195918 w 609615"/>
                <a:gd name="connsiteY24" fmla="*/ 193812 h 510753"/>
                <a:gd name="connsiteX25" fmla="*/ 228241 w 609615"/>
                <a:gd name="connsiteY25" fmla="*/ 204725 h 510753"/>
                <a:gd name="connsiteX26" fmla="*/ 239287 w 609615"/>
                <a:gd name="connsiteY26" fmla="*/ 236302 h 510753"/>
                <a:gd name="connsiteX27" fmla="*/ 239287 w 609615"/>
                <a:gd name="connsiteY27" fmla="*/ 249653 h 510753"/>
                <a:gd name="connsiteX28" fmla="*/ 183360 w 609615"/>
                <a:gd name="connsiteY28" fmla="*/ 461987 h 510753"/>
                <a:gd name="connsiteX29" fmla="*/ 132433 w 609615"/>
                <a:gd name="connsiteY29" fmla="*/ 501227 h 510753"/>
                <a:gd name="connsiteX30" fmla="*/ 122085 w 609615"/>
                <a:gd name="connsiteY30" fmla="*/ 501227 h 510753"/>
                <a:gd name="connsiteX31" fmla="*/ 68949 w 609615"/>
                <a:gd name="connsiteY31" fmla="*/ 462568 h 510753"/>
                <a:gd name="connsiteX32" fmla="*/ 0 w 609615"/>
                <a:gd name="connsiteY32" fmla="*/ 249769 h 510753"/>
                <a:gd name="connsiteX33" fmla="*/ 0 w 609615"/>
                <a:gd name="connsiteY33" fmla="*/ 236302 h 510753"/>
                <a:gd name="connsiteX34" fmla="*/ 11046 w 609615"/>
                <a:gd name="connsiteY34" fmla="*/ 204725 h 510753"/>
                <a:gd name="connsiteX35" fmla="*/ 43369 w 609615"/>
                <a:gd name="connsiteY35" fmla="*/ 193812 h 510753"/>
                <a:gd name="connsiteX36" fmla="*/ 138106 w 609615"/>
                <a:gd name="connsiteY36" fmla="*/ 151894 h 510753"/>
                <a:gd name="connsiteX37" fmla="*/ 143448 w 609615"/>
                <a:gd name="connsiteY37" fmla="*/ 154218 h 510753"/>
                <a:gd name="connsiteX38" fmla="*/ 141125 w 609615"/>
                <a:gd name="connsiteY38" fmla="*/ 159679 h 510753"/>
                <a:gd name="connsiteX39" fmla="*/ 118014 w 609615"/>
                <a:gd name="connsiteY39" fmla="*/ 164559 h 510753"/>
                <a:gd name="connsiteX40" fmla="*/ 98271 w 609615"/>
                <a:gd name="connsiteY40" fmla="*/ 158982 h 510753"/>
                <a:gd name="connsiteX41" fmla="*/ 97691 w 609615"/>
                <a:gd name="connsiteY41" fmla="*/ 153172 h 510753"/>
                <a:gd name="connsiteX42" fmla="*/ 103497 w 609615"/>
                <a:gd name="connsiteY42" fmla="*/ 152591 h 510753"/>
                <a:gd name="connsiteX43" fmla="*/ 138106 w 609615"/>
                <a:gd name="connsiteY43" fmla="*/ 151894 h 510753"/>
                <a:gd name="connsiteX44" fmla="*/ 139648 w 609615"/>
                <a:gd name="connsiteY44" fmla="*/ 119739 h 510753"/>
                <a:gd name="connsiteX45" fmla="*/ 149316 w 609615"/>
                <a:gd name="connsiteY45" fmla="*/ 134921 h 510753"/>
                <a:gd name="connsiteX46" fmla="*/ 129981 w 609615"/>
                <a:gd name="connsiteY46" fmla="*/ 134921 h 510753"/>
                <a:gd name="connsiteX47" fmla="*/ 139648 w 609615"/>
                <a:gd name="connsiteY47" fmla="*/ 119739 h 510753"/>
                <a:gd name="connsiteX48" fmla="*/ 91170 w 609615"/>
                <a:gd name="connsiteY48" fmla="*/ 119739 h 510753"/>
                <a:gd name="connsiteX49" fmla="*/ 100838 w 609615"/>
                <a:gd name="connsiteY49" fmla="*/ 134921 h 510753"/>
                <a:gd name="connsiteX50" fmla="*/ 81503 w 609615"/>
                <a:gd name="connsiteY50" fmla="*/ 134921 h 510753"/>
                <a:gd name="connsiteX51" fmla="*/ 91170 w 609615"/>
                <a:gd name="connsiteY51" fmla="*/ 119739 h 510753"/>
                <a:gd name="connsiteX52" fmla="*/ 95591 w 609615"/>
                <a:gd name="connsiteY52" fmla="*/ 95554 h 510753"/>
                <a:gd name="connsiteX53" fmla="*/ 67686 w 609615"/>
                <a:gd name="connsiteY53" fmla="*/ 130042 h 510753"/>
                <a:gd name="connsiteX54" fmla="*/ 67686 w 609615"/>
                <a:gd name="connsiteY54" fmla="*/ 157679 h 510753"/>
                <a:gd name="connsiteX55" fmla="*/ 84313 w 609615"/>
                <a:gd name="connsiteY55" fmla="*/ 174168 h 510753"/>
                <a:gd name="connsiteX56" fmla="*/ 153379 w 609615"/>
                <a:gd name="connsiteY56" fmla="*/ 174168 h 510753"/>
                <a:gd name="connsiteX57" fmla="*/ 169890 w 609615"/>
                <a:gd name="connsiteY57" fmla="*/ 157562 h 510753"/>
                <a:gd name="connsiteX58" fmla="*/ 169890 w 609615"/>
                <a:gd name="connsiteY58" fmla="*/ 112043 h 510753"/>
                <a:gd name="connsiteX59" fmla="*/ 100359 w 609615"/>
                <a:gd name="connsiteY59" fmla="*/ 95554 h 510753"/>
                <a:gd name="connsiteX60" fmla="*/ 305807 w 609615"/>
                <a:gd name="connsiteY60" fmla="*/ 35565 h 510753"/>
                <a:gd name="connsiteX61" fmla="*/ 415442 w 609615"/>
                <a:gd name="connsiteY61" fmla="*/ 35565 h 510753"/>
                <a:gd name="connsiteX62" fmla="*/ 433695 w 609615"/>
                <a:gd name="connsiteY62" fmla="*/ 53792 h 510753"/>
                <a:gd name="connsiteX63" fmla="*/ 415442 w 609615"/>
                <a:gd name="connsiteY63" fmla="*/ 72018 h 510753"/>
                <a:gd name="connsiteX64" fmla="*/ 324060 w 609615"/>
                <a:gd name="connsiteY64" fmla="*/ 72018 h 510753"/>
                <a:gd name="connsiteX65" fmla="*/ 324060 w 609615"/>
                <a:gd name="connsiteY65" fmla="*/ 237103 h 510753"/>
                <a:gd name="connsiteX66" fmla="*/ 415442 w 609615"/>
                <a:gd name="connsiteY66" fmla="*/ 237103 h 510753"/>
                <a:gd name="connsiteX67" fmla="*/ 433695 w 609615"/>
                <a:gd name="connsiteY67" fmla="*/ 255330 h 510753"/>
                <a:gd name="connsiteX68" fmla="*/ 415442 w 609615"/>
                <a:gd name="connsiteY68" fmla="*/ 273556 h 510753"/>
                <a:gd name="connsiteX69" fmla="*/ 324060 w 609615"/>
                <a:gd name="connsiteY69" fmla="*/ 273556 h 510753"/>
                <a:gd name="connsiteX70" fmla="*/ 324060 w 609615"/>
                <a:gd name="connsiteY70" fmla="*/ 469290 h 510753"/>
                <a:gd name="connsiteX71" fmla="*/ 415442 w 609615"/>
                <a:gd name="connsiteY71" fmla="*/ 469290 h 510753"/>
                <a:gd name="connsiteX72" fmla="*/ 433695 w 609615"/>
                <a:gd name="connsiteY72" fmla="*/ 487516 h 510753"/>
                <a:gd name="connsiteX73" fmla="*/ 415442 w 609615"/>
                <a:gd name="connsiteY73" fmla="*/ 505743 h 510753"/>
                <a:gd name="connsiteX74" fmla="*/ 305807 w 609615"/>
                <a:gd name="connsiteY74" fmla="*/ 505743 h 510753"/>
                <a:gd name="connsiteX75" fmla="*/ 287554 w 609615"/>
                <a:gd name="connsiteY75" fmla="*/ 487516 h 510753"/>
                <a:gd name="connsiteX76" fmla="*/ 287554 w 609615"/>
                <a:gd name="connsiteY76" fmla="*/ 53792 h 510753"/>
                <a:gd name="connsiteX77" fmla="*/ 305807 w 609615"/>
                <a:gd name="connsiteY77" fmla="*/ 35565 h 510753"/>
                <a:gd name="connsiteX78" fmla="*/ 117102 w 609615"/>
                <a:gd name="connsiteY78" fmla="*/ 32037 h 510753"/>
                <a:gd name="connsiteX79" fmla="*/ 179890 w 609615"/>
                <a:gd name="connsiteY79" fmla="*/ 108676 h 510753"/>
                <a:gd name="connsiteX80" fmla="*/ 178262 w 609615"/>
                <a:gd name="connsiteY80" fmla="*/ 109373 h 510753"/>
                <a:gd name="connsiteX81" fmla="*/ 178262 w 609615"/>
                <a:gd name="connsiteY81" fmla="*/ 157679 h 510753"/>
                <a:gd name="connsiteX82" fmla="*/ 153379 w 609615"/>
                <a:gd name="connsiteY82" fmla="*/ 182412 h 510753"/>
                <a:gd name="connsiteX83" fmla="*/ 84313 w 609615"/>
                <a:gd name="connsiteY83" fmla="*/ 182412 h 510753"/>
                <a:gd name="connsiteX84" fmla="*/ 59430 w 609615"/>
                <a:gd name="connsiteY84" fmla="*/ 157562 h 510753"/>
                <a:gd name="connsiteX85" fmla="*/ 59430 w 609615"/>
                <a:gd name="connsiteY85" fmla="*/ 133642 h 510753"/>
                <a:gd name="connsiteX86" fmla="*/ 55593 w 609615"/>
                <a:gd name="connsiteY86" fmla="*/ 134803 h 510753"/>
                <a:gd name="connsiteX87" fmla="*/ 117102 w 609615"/>
                <a:gd name="connsiteY87" fmla="*/ 32037 h 510753"/>
                <a:gd name="connsiteX88" fmla="*/ 543107 w 609615"/>
                <a:gd name="connsiteY88" fmla="*/ 0 h 510753"/>
                <a:gd name="connsiteX89" fmla="*/ 599948 w 609615"/>
                <a:gd name="connsiteY89" fmla="*/ 56770 h 510753"/>
                <a:gd name="connsiteX90" fmla="*/ 543107 w 609615"/>
                <a:gd name="connsiteY90" fmla="*/ 113540 h 510753"/>
                <a:gd name="connsiteX91" fmla="*/ 486266 w 609615"/>
                <a:gd name="connsiteY91" fmla="*/ 56770 h 510753"/>
                <a:gd name="connsiteX92" fmla="*/ 543107 w 609615"/>
                <a:gd name="connsiteY92" fmla="*/ 0 h 51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9615" h="510753">
                  <a:moveTo>
                    <a:pt x="552739" y="397213"/>
                  </a:moveTo>
                  <a:cubicBezTo>
                    <a:pt x="584151" y="397213"/>
                    <a:pt x="609615" y="422630"/>
                    <a:pt x="609615" y="453983"/>
                  </a:cubicBezTo>
                  <a:cubicBezTo>
                    <a:pt x="609615" y="485336"/>
                    <a:pt x="584151" y="510753"/>
                    <a:pt x="552739" y="510753"/>
                  </a:cubicBezTo>
                  <a:cubicBezTo>
                    <a:pt x="521327" y="510753"/>
                    <a:pt x="495863" y="485336"/>
                    <a:pt x="495863" y="453983"/>
                  </a:cubicBezTo>
                  <a:cubicBezTo>
                    <a:pt x="495863" y="422630"/>
                    <a:pt x="521327" y="397213"/>
                    <a:pt x="552739" y="397213"/>
                  </a:cubicBezTo>
                  <a:close/>
                  <a:moveTo>
                    <a:pt x="547870" y="198571"/>
                  </a:moveTo>
                  <a:cubicBezTo>
                    <a:pt x="579282" y="198571"/>
                    <a:pt x="604746" y="223988"/>
                    <a:pt x="604746" y="255341"/>
                  </a:cubicBezTo>
                  <a:cubicBezTo>
                    <a:pt x="604746" y="286694"/>
                    <a:pt x="579282" y="312111"/>
                    <a:pt x="547870" y="312111"/>
                  </a:cubicBezTo>
                  <a:cubicBezTo>
                    <a:pt x="516458" y="312111"/>
                    <a:pt x="490994" y="286694"/>
                    <a:pt x="490994" y="255341"/>
                  </a:cubicBezTo>
                  <a:cubicBezTo>
                    <a:pt x="490994" y="223988"/>
                    <a:pt x="516458" y="198571"/>
                    <a:pt x="547870" y="198571"/>
                  </a:cubicBezTo>
                  <a:close/>
                  <a:moveTo>
                    <a:pt x="119644" y="191797"/>
                  </a:moveTo>
                  <a:lnTo>
                    <a:pt x="127891" y="196674"/>
                  </a:lnTo>
                  <a:lnTo>
                    <a:pt x="121502" y="203292"/>
                  </a:lnTo>
                  <a:lnTo>
                    <a:pt x="129982" y="212233"/>
                  </a:lnTo>
                  <a:lnTo>
                    <a:pt x="122664" y="226050"/>
                  </a:lnTo>
                  <a:cubicBezTo>
                    <a:pt x="120573" y="230114"/>
                    <a:pt x="117321" y="229998"/>
                    <a:pt x="115462" y="225702"/>
                  </a:cubicBezTo>
                  <a:lnTo>
                    <a:pt x="109306" y="211652"/>
                  </a:lnTo>
                  <a:lnTo>
                    <a:pt x="117669" y="203176"/>
                  </a:lnTo>
                  <a:lnTo>
                    <a:pt x="111513" y="196441"/>
                  </a:lnTo>
                  <a:close/>
                  <a:moveTo>
                    <a:pt x="88250" y="191374"/>
                  </a:moveTo>
                  <a:lnTo>
                    <a:pt x="111272" y="231774"/>
                  </a:lnTo>
                  <a:cubicBezTo>
                    <a:pt x="113597" y="235954"/>
                    <a:pt x="116620" y="238160"/>
                    <a:pt x="119760" y="238160"/>
                  </a:cubicBezTo>
                  <a:cubicBezTo>
                    <a:pt x="123015" y="238160"/>
                    <a:pt x="126038" y="235954"/>
                    <a:pt x="128364" y="231891"/>
                  </a:cubicBezTo>
                  <a:lnTo>
                    <a:pt x="152316" y="191490"/>
                  </a:lnTo>
                  <a:lnTo>
                    <a:pt x="195918" y="193812"/>
                  </a:lnTo>
                  <a:cubicBezTo>
                    <a:pt x="207894" y="194392"/>
                    <a:pt x="222195" y="199268"/>
                    <a:pt x="228241" y="204725"/>
                  </a:cubicBezTo>
                  <a:cubicBezTo>
                    <a:pt x="234520" y="210297"/>
                    <a:pt x="239287" y="224112"/>
                    <a:pt x="239287" y="236302"/>
                  </a:cubicBezTo>
                  <a:lnTo>
                    <a:pt x="239287" y="249653"/>
                  </a:lnTo>
                  <a:lnTo>
                    <a:pt x="183360" y="461987"/>
                  </a:lnTo>
                  <a:cubicBezTo>
                    <a:pt x="177663" y="483581"/>
                    <a:pt x="154874" y="501227"/>
                    <a:pt x="132433" y="501227"/>
                  </a:cubicBezTo>
                  <a:lnTo>
                    <a:pt x="122085" y="501227"/>
                  </a:lnTo>
                  <a:cubicBezTo>
                    <a:pt x="99645" y="501227"/>
                    <a:pt x="75925" y="483929"/>
                    <a:pt x="68949" y="462568"/>
                  </a:cubicBezTo>
                  <a:lnTo>
                    <a:pt x="0" y="249769"/>
                  </a:lnTo>
                  <a:lnTo>
                    <a:pt x="0" y="236302"/>
                  </a:lnTo>
                  <a:cubicBezTo>
                    <a:pt x="0" y="224112"/>
                    <a:pt x="4883" y="210297"/>
                    <a:pt x="11046" y="204725"/>
                  </a:cubicBezTo>
                  <a:cubicBezTo>
                    <a:pt x="17208" y="199268"/>
                    <a:pt x="31393" y="194509"/>
                    <a:pt x="43369" y="193812"/>
                  </a:cubicBezTo>
                  <a:close/>
                  <a:moveTo>
                    <a:pt x="138106" y="151894"/>
                  </a:moveTo>
                  <a:cubicBezTo>
                    <a:pt x="140196" y="151081"/>
                    <a:pt x="142635" y="152127"/>
                    <a:pt x="143448" y="154218"/>
                  </a:cubicBezTo>
                  <a:cubicBezTo>
                    <a:pt x="144377" y="156426"/>
                    <a:pt x="143332" y="158866"/>
                    <a:pt x="141125" y="159679"/>
                  </a:cubicBezTo>
                  <a:cubicBezTo>
                    <a:pt x="131950" y="163281"/>
                    <a:pt x="124286" y="164559"/>
                    <a:pt x="118014" y="164559"/>
                  </a:cubicBezTo>
                  <a:cubicBezTo>
                    <a:pt x="105239" y="164559"/>
                    <a:pt x="98620" y="159330"/>
                    <a:pt x="98271" y="158982"/>
                  </a:cubicBezTo>
                  <a:cubicBezTo>
                    <a:pt x="96529" y="157588"/>
                    <a:pt x="96181" y="154915"/>
                    <a:pt x="97691" y="153172"/>
                  </a:cubicBezTo>
                  <a:cubicBezTo>
                    <a:pt x="99084" y="151430"/>
                    <a:pt x="101639" y="151081"/>
                    <a:pt x="103497" y="152591"/>
                  </a:cubicBezTo>
                  <a:cubicBezTo>
                    <a:pt x="103962" y="152940"/>
                    <a:pt x="114995" y="161073"/>
                    <a:pt x="138106" y="151894"/>
                  </a:cubicBezTo>
                  <a:close/>
                  <a:moveTo>
                    <a:pt x="139648" y="119739"/>
                  </a:moveTo>
                  <a:cubicBezTo>
                    <a:pt x="147918" y="120435"/>
                    <a:pt x="149316" y="134921"/>
                    <a:pt x="149316" y="134921"/>
                  </a:cubicBezTo>
                  <a:lnTo>
                    <a:pt x="129981" y="134921"/>
                  </a:lnTo>
                  <a:cubicBezTo>
                    <a:pt x="129981" y="134921"/>
                    <a:pt x="131379" y="119044"/>
                    <a:pt x="139648" y="119739"/>
                  </a:cubicBezTo>
                  <a:close/>
                  <a:moveTo>
                    <a:pt x="91170" y="119739"/>
                  </a:moveTo>
                  <a:cubicBezTo>
                    <a:pt x="99440" y="120435"/>
                    <a:pt x="100838" y="134921"/>
                    <a:pt x="100838" y="134921"/>
                  </a:cubicBezTo>
                  <a:lnTo>
                    <a:pt x="81503" y="134921"/>
                  </a:lnTo>
                  <a:cubicBezTo>
                    <a:pt x="81503" y="134921"/>
                    <a:pt x="82901" y="119044"/>
                    <a:pt x="91170" y="119739"/>
                  </a:cubicBezTo>
                  <a:close/>
                  <a:moveTo>
                    <a:pt x="95591" y="95554"/>
                  </a:moveTo>
                  <a:cubicBezTo>
                    <a:pt x="92685" y="103451"/>
                    <a:pt x="84429" y="120752"/>
                    <a:pt x="67686" y="130042"/>
                  </a:cubicBezTo>
                  <a:lnTo>
                    <a:pt x="67686" y="157679"/>
                  </a:lnTo>
                  <a:cubicBezTo>
                    <a:pt x="67686" y="166736"/>
                    <a:pt x="75127" y="174168"/>
                    <a:pt x="84313" y="174168"/>
                  </a:cubicBezTo>
                  <a:lnTo>
                    <a:pt x="153379" y="174168"/>
                  </a:lnTo>
                  <a:cubicBezTo>
                    <a:pt x="162449" y="174168"/>
                    <a:pt x="169890" y="166736"/>
                    <a:pt x="169890" y="157562"/>
                  </a:cubicBezTo>
                  <a:lnTo>
                    <a:pt x="169890" y="112043"/>
                  </a:lnTo>
                  <a:cubicBezTo>
                    <a:pt x="153961" y="116340"/>
                    <a:pt x="122102" y="120752"/>
                    <a:pt x="100359" y="95554"/>
                  </a:cubicBezTo>
                  <a:close/>
                  <a:moveTo>
                    <a:pt x="305807" y="35565"/>
                  </a:moveTo>
                  <a:lnTo>
                    <a:pt x="415442" y="35565"/>
                  </a:lnTo>
                  <a:cubicBezTo>
                    <a:pt x="425557" y="35565"/>
                    <a:pt x="433695" y="43692"/>
                    <a:pt x="433695" y="53792"/>
                  </a:cubicBezTo>
                  <a:cubicBezTo>
                    <a:pt x="433695" y="63892"/>
                    <a:pt x="425557" y="72018"/>
                    <a:pt x="415442" y="72018"/>
                  </a:cubicBezTo>
                  <a:lnTo>
                    <a:pt x="324060" y="72018"/>
                  </a:lnTo>
                  <a:lnTo>
                    <a:pt x="324060" y="237103"/>
                  </a:lnTo>
                  <a:lnTo>
                    <a:pt x="415442" y="237103"/>
                  </a:lnTo>
                  <a:cubicBezTo>
                    <a:pt x="425557" y="237103"/>
                    <a:pt x="433695" y="245346"/>
                    <a:pt x="433695" y="255330"/>
                  </a:cubicBezTo>
                  <a:cubicBezTo>
                    <a:pt x="433695" y="265430"/>
                    <a:pt x="425557" y="273556"/>
                    <a:pt x="415442" y="273556"/>
                  </a:cubicBezTo>
                  <a:lnTo>
                    <a:pt x="324060" y="273556"/>
                  </a:lnTo>
                  <a:lnTo>
                    <a:pt x="324060" y="469290"/>
                  </a:lnTo>
                  <a:lnTo>
                    <a:pt x="415442" y="469290"/>
                  </a:lnTo>
                  <a:cubicBezTo>
                    <a:pt x="425557" y="469290"/>
                    <a:pt x="433695" y="477416"/>
                    <a:pt x="433695" y="487516"/>
                  </a:cubicBezTo>
                  <a:cubicBezTo>
                    <a:pt x="433695" y="497617"/>
                    <a:pt x="425557" y="505743"/>
                    <a:pt x="415442" y="505743"/>
                  </a:cubicBezTo>
                  <a:lnTo>
                    <a:pt x="305807" y="505743"/>
                  </a:lnTo>
                  <a:cubicBezTo>
                    <a:pt x="295692" y="505743"/>
                    <a:pt x="287554" y="497617"/>
                    <a:pt x="287554" y="487516"/>
                  </a:cubicBezTo>
                  <a:lnTo>
                    <a:pt x="287554" y="53792"/>
                  </a:lnTo>
                  <a:cubicBezTo>
                    <a:pt x="287554" y="43692"/>
                    <a:pt x="295692" y="35565"/>
                    <a:pt x="305807" y="35565"/>
                  </a:cubicBezTo>
                  <a:close/>
                  <a:moveTo>
                    <a:pt x="117102" y="32037"/>
                  </a:moveTo>
                  <a:cubicBezTo>
                    <a:pt x="195819" y="32037"/>
                    <a:pt x="179890" y="108676"/>
                    <a:pt x="179890" y="108676"/>
                  </a:cubicBezTo>
                  <a:cubicBezTo>
                    <a:pt x="179890" y="108676"/>
                    <a:pt x="179308" y="108908"/>
                    <a:pt x="178262" y="109373"/>
                  </a:cubicBezTo>
                  <a:lnTo>
                    <a:pt x="178262" y="157679"/>
                  </a:lnTo>
                  <a:cubicBezTo>
                    <a:pt x="178262" y="171381"/>
                    <a:pt x="167099" y="182412"/>
                    <a:pt x="153379" y="182412"/>
                  </a:cubicBezTo>
                  <a:lnTo>
                    <a:pt x="84313" y="182412"/>
                  </a:lnTo>
                  <a:cubicBezTo>
                    <a:pt x="70593" y="182412"/>
                    <a:pt x="59430" y="171265"/>
                    <a:pt x="59430" y="157562"/>
                  </a:cubicBezTo>
                  <a:lnTo>
                    <a:pt x="59430" y="133642"/>
                  </a:lnTo>
                  <a:cubicBezTo>
                    <a:pt x="58151" y="134106"/>
                    <a:pt x="56872" y="134571"/>
                    <a:pt x="55593" y="134803"/>
                  </a:cubicBezTo>
                  <a:cubicBezTo>
                    <a:pt x="55593" y="134803"/>
                    <a:pt x="34083" y="32153"/>
                    <a:pt x="117102" y="32037"/>
                  </a:cubicBezTo>
                  <a:close/>
                  <a:moveTo>
                    <a:pt x="543107" y="0"/>
                  </a:moveTo>
                  <a:cubicBezTo>
                    <a:pt x="574499" y="0"/>
                    <a:pt x="599948" y="25417"/>
                    <a:pt x="599948" y="56770"/>
                  </a:cubicBezTo>
                  <a:cubicBezTo>
                    <a:pt x="599948" y="88123"/>
                    <a:pt x="574499" y="113540"/>
                    <a:pt x="543107" y="113540"/>
                  </a:cubicBezTo>
                  <a:cubicBezTo>
                    <a:pt x="511715" y="113540"/>
                    <a:pt x="486266" y="88123"/>
                    <a:pt x="486266" y="56770"/>
                  </a:cubicBezTo>
                  <a:cubicBezTo>
                    <a:pt x="486266" y="25417"/>
                    <a:pt x="511715" y="0"/>
                    <a:pt x="543107" y="0"/>
                  </a:cubicBezTo>
                  <a:close/>
                </a:path>
              </a:pathLst>
            </a:cu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14" name="íṡľïḓê">
              <a:extLst>
                <a:ext uri="{FF2B5EF4-FFF2-40B4-BE49-F238E27FC236}">
                  <a16:creationId xmlns:a16="http://schemas.microsoft.com/office/drawing/2014/main" id="{EF4B8F51-B025-4075-B059-BAC60EA797D4}"/>
                </a:ext>
              </a:extLst>
            </p:cNvPr>
            <p:cNvSpPr/>
            <p:nvPr/>
          </p:nvSpPr>
          <p:spPr>
            <a:xfrm>
              <a:off x="5198908" y="2990001"/>
              <a:ext cx="1794185" cy="415768"/>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sz="1600" u="sng" dirty="0">
                  <a:solidFill>
                    <a:schemeClr val="tx1">
                      <a:lumMod val="75000"/>
                      <a:lumOff val="25000"/>
                    </a:schemeClr>
                  </a:solidFill>
                </a:rPr>
                <a:t>输入文本</a:t>
              </a:r>
              <a:endParaRPr lang="en-US" altLang="zh-CN" sz="1600" u="sng" dirty="0">
                <a:solidFill>
                  <a:schemeClr val="tx1">
                    <a:lumMod val="75000"/>
                    <a:lumOff val="25000"/>
                  </a:schemeClr>
                </a:solidFill>
              </a:endParaRPr>
            </a:p>
          </p:txBody>
        </p:sp>
        <p:sp>
          <p:nvSpPr>
            <p:cNvPr id="15" name="ïŝļíďê">
              <a:extLst>
                <a:ext uri="{FF2B5EF4-FFF2-40B4-BE49-F238E27FC236}">
                  <a16:creationId xmlns:a16="http://schemas.microsoft.com/office/drawing/2014/main" id="{225FC258-6A89-42D4-8D5E-66604A193F92}"/>
                </a:ext>
              </a:extLst>
            </p:cNvPr>
            <p:cNvSpPr/>
            <p:nvPr/>
          </p:nvSpPr>
          <p:spPr>
            <a:xfrm>
              <a:off x="5198908" y="3405769"/>
              <a:ext cx="1794185" cy="446763"/>
            </a:xfrm>
            <a:prstGeom prst="roundRect">
              <a:avLst>
                <a:gd name="adj" fmla="val 50000"/>
              </a:avLst>
            </a:prstGeom>
            <a:solidFill>
              <a:schemeClr val="bg1"/>
            </a:solidFill>
            <a:ln w="19050">
              <a:solidFill>
                <a:schemeClr val="bg1">
                  <a:lumMod val="95000"/>
                </a:schemeClr>
              </a:solid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endParaRPr lang="zh-CN" altLang="en-US" sz="1600" dirty="0"/>
            </a:p>
          </p:txBody>
        </p:sp>
        <p:sp>
          <p:nvSpPr>
            <p:cNvPr id="16" name="iśľiḓê">
              <a:extLst>
                <a:ext uri="{FF2B5EF4-FFF2-40B4-BE49-F238E27FC236}">
                  <a16:creationId xmlns:a16="http://schemas.microsoft.com/office/drawing/2014/main" id="{51848E5D-4537-47D7-90D1-511AD0B71668}"/>
                </a:ext>
              </a:extLst>
            </p:cNvPr>
            <p:cNvSpPr txBox="1"/>
            <p:nvPr/>
          </p:nvSpPr>
          <p:spPr>
            <a:xfrm>
              <a:off x="4663186" y="3991449"/>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17" name="ïšlîďè">
              <a:extLst>
                <a:ext uri="{FF2B5EF4-FFF2-40B4-BE49-F238E27FC236}">
                  <a16:creationId xmlns:a16="http://schemas.microsoft.com/office/drawing/2014/main" id="{9FFD3C2E-D3E1-4543-8D5C-FB7B7C40E477}"/>
                </a:ext>
              </a:extLst>
            </p:cNvPr>
            <p:cNvSpPr/>
            <p:nvPr/>
          </p:nvSpPr>
          <p:spPr>
            <a:xfrm>
              <a:off x="5945109" y="3467167"/>
              <a:ext cx="301782" cy="323968"/>
            </a:xfrm>
            <a:custGeom>
              <a:avLst/>
              <a:gdLst>
                <a:gd name="connsiteX0" fmla="*/ 266761 w 565186"/>
                <a:gd name="connsiteY0" fmla="*/ 383537 h 606735"/>
                <a:gd name="connsiteX1" fmla="*/ 298145 w 565186"/>
                <a:gd name="connsiteY1" fmla="*/ 383537 h 606735"/>
                <a:gd name="connsiteX2" fmla="*/ 298145 w 565186"/>
                <a:gd name="connsiteY2" fmla="*/ 426731 h 606735"/>
                <a:gd name="connsiteX3" fmla="*/ 485518 w 565186"/>
                <a:gd name="connsiteY3" fmla="*/ 426731 h 606735"/>
                <a:gd name="connsiteX4" fmla="*/ 513188 w 565186"/>
                <a:gd name="connsiteY4" fmla="*/ 454352 h 606735"/>
                <a:gd name="connsiteX5" fmla="*/ 513188 w 565186"/>
                <a:gd name="connsiteY5" fmla="*/ 503015 h 606735"/>
                <a:gd name="connsiteX6" fmla="*/ 537793 w 565186"/>
                <a:gd name="connsiteY6" fmla="*/ 503015 h 606735"/>
                <a:gd name="connsiteX7" fmla="*/ 565184 w 565186"/>
                <a:gd name="connsiteY7" fmla="*/ 530729 h 606735"/>
                <a:gd name="connsiteX8" fmla="*/ 565184 w 565186"/>
                <a:gd name="connsiteY8" fmla="*/ 579021 h 606735"/>
                <a:gd name="connsiteX9" fmla="*/ 537422 w 565186"/>
                <a:gd name="connsiteY9" fmla="*/ 606735 h 606735"/>
                <a:gd name="connsiteX10" fmla="*/ 456920 w 565186"/>
                <a:gd name="connsiteY10" fmla="*/ 606735 h 606735"/>
                <a:gd name="connsiteX11" fmla="*/ 429250 w 565186"/>
                <a:gd name="connsiteY11" fmla="*/ 579021 h 606735"/>
                <a:gd name="connsiteX12" fmla="*/ 429250 w 565186"/>
                <a:gd name="connsiteY12" fmla="*/ 530729 h 606735"/>
                <a:gd name="connsiteX13" fmla="*/ 456920 w 565186"/>
                <a:gd name="connsiteY13" fmla="*/ 503015 h 606735"/>
                <a:gd name="connsiteX14" fmla="*/ 481618 w 565186"/>
                <a:gd name="connsiteY14" fmla="*/ 503015 h 606735"/>
                <a:gd name="connsiteX15" fmla="*/ 481618 w 565186"/>
                <a:gd name="connsiteY15" fmla="*/ 458060 h 606735"/>
                <a:gd name="connsiteX16" fmla="*/ 297959 w 565186"/>
                <a:gd name="connsiteY16" fmla="*/ 458060 h 606735"/>
                <a:gd name="connsiteX17" fmla="*/ 297959 w 565186"/>
                <a:gd name="connsiteY17" fmla="*/ 503015 h 606735"/>
                <a:gd name="connsiteX18" fmla="*/ 322843 w 565186"/>
                <a:gd name="connsiteY18" fmla="*/ 503015 h 606735"/>
                <a:gd name="connsiteX19" fmla="*/ 350606 w 565186"/>
                <a:gd name="connsiteY19" fmla="*/ 530729 h 606735"/>
                <a:gd name="connsiteX20" fmla="*/ 350606 w 565186"/>
                <a:gd name="connsiteY20" fmla="*/ 579021 h 606735"/>
                <a:gd name="connsiteX21" fmla="*/ 322843 w 565186"/>
                <a:gd name="connsiteY21" fmla="*/ 606735 h 606735"/>
                <a:gd name="connsiteX22" fmla="*/ 242434 w 565186"/>
                <a:gd name="connsiteY22" fmla="*/ 606735 h 606735"/>
                <a:gd name="connsiteX23" fmla="*/ 214672 w 565186"/>
                <a:gd name="connsiteY23" fmla="*/ 579021 h 606735"/>
                <a:gd name="connsiteX24" fmla="*/ 214672 w 565186"/>
                <a:gd name="connsiteY24" fmla="*/ 530729 h 606735"/>
                <a:gd name="connsiteX25" fmla="*/ 242434 w 565186"/>
                <a:gd name="connsiteY25" fmla="*/ 503015 h 606735"/>
                <a:gd name="connsiteX26" fmla="*/ 266761 w 565186"/>
                <a:gd name="connsiteY26" fmla="*/ 503015 h 606735"/>
                <a:gd name="connsiteX27" fmla="*/ 266761 w 565186"/>
                <a:gd name="connsiteY27" fmla="*/ 458060 h 606735"/>
                <a:gd name="connsiteX28" fmla="*/ 83659 w 565186"/>
                <a:gd name="connsiteY28" fmla="*/ 458060 h 606735"/>
                <a:gd name="connsiteX29" fmla="*/ 83659 w 565186"/>
                <a:gd name="connsiteY29" fmla="*/ 503015 h 606735"/>
                <a:gd name="connsiteX30" fmla="*/ 108171 w 565186"/>
                <a:gd name="connsiteY30" fmla="*/ 503015 h 606735"/>
                <a:gd name="connsiteX31" fmla="*/ 135934 w 565186"/>
                <a:gd name="connsiteY31" fmla="*/ 530729 h 606735"/>
                <a:gd name="connsiteX32" fmla="*/ 135934 w 565186"/>
                <a:gd name="connsiteY32" fmla="*/ 579021 h 606735"/>
                <a:gd name="connsiteX33" fmla="*/ 108171 w 565186"/>
                <a:gd name="connsiteY33" fmla="*/ 606735 h 606735"/>
                <a:gd name="connsiteX34" fmla="*/ 27762 w 565186"/>
                <a:gd name="connsiteY34" fmla="*/ 606735 h 606735"/>
                <a:gd name="connsiteX35" fmla="*/ 0 w 565186"/>
                <a:gd name="connsiteY35" fmla="*/ 579021 h 606735"/>
                <a:gd name="connsiteX36" fmla="*/ 0 w 565186"/>
                <a:gd name="connsiteY36" fmla="*/ 530729 h 606735"/>
                <a:gd name="connsiteX37" fmla="*/ 27762 w 565186"/>
                <a:gd name="connsiteY37" fmla="*/ 503015 h 606735"/>
                <a:gd name="connsiteX38" fmla="*/ 52368 w 565186"/>
                <a:gd name="connsiteY38" fmla="*/ 503015 h 606735"/>
                <a:gd name="connsiteX39" fmla="*/ 52368 w 565186"/>
                <a:gd name="connsiteY39" fmla="*/ 454352 h 606735"/>
                <a:gd name="connsiteX40" fmla="*/ 79945 w 565186"/>
                <a:gd name="connsiteY40" fmla="*/ 426731 h 606735"/>
                <a:gd name="connsiteX41" fmla="*/ 266761 w 565186"/>
                <a:gd name="connsiteY41" fmla="*/ 426731 h 606735"/>
                <a:gd name="connsiteX42" fmla="*/ 228875 w 565186"/>
                <a:gd name="connsiteY42" fmla="*/ 210792 h 606735"/>
                <a:gd name="connsiteX43" fmla="*/ 257747 w 565186"/>
                <a:gd name="connsiteY43" fmla="*/ 301729 h 606735"/>
                <a:gd name="connsiteX44" fmla="*/ 261739 w 565186"/>
                <a:gd name="connsiteY44" fmla="*/ 314150 h 606735"/>
                <a:gd name="connsiteX45" fmla="*/ 274551 w 565186"/>
                <a:gd name="connsiteY45" fmla="*/ 277535 h 606735"/>
                <a:gd name="connsiteX46" fmla="*/ 282349 w 565186"/>
                <a:gd name="connsiteY46" fmla="*/ 234152 h 606735"/>
                <a:gd name="connsiteX47" fmla="*/ 282535 w 565186"/>
                <a:gd name="connsiteY47" fmla="*/ 234152 h 606735"/>
                <a:gd name="connsiteX48" fmla="*/ 282628 w 565186"/>
                <a:gd name="connsiteY48" fmla="*/ 234152 h 606735"/>
                <a:gd name="connsiteX49" fmla="*/ 282721 w 565186"/>
                <a:gd name="connsiteY49" fmla="*/ 234152 h 606735"/>
                <a:gd name="connsiteX50" fmla="*/ 282906 w 565186"/>
                <a:gd name="connsiteY50" fmla="*/ 234152 h 606735"/>
                <a:gd name="connsiteX51" fmla="*/ 290704 w 565186"/>
                <a:gd name="connsiteY51" fmla="*/ 277535 h 606735"/>
                <a:gd name="connsiteX52" fmla="*/ 303516 w 565186"/>
                <a:gd name="connsiteY52" fmla="*/ 314150 h 606735"/>
                <a:gd name="connsiteX53" fmla="*/ 307508 w 565186"/>
                <a:gd name="connsiteY53" fmla="*/ 301729 h 606735"/>
                <a:gd name="connsiteX54" fmla="*/ 336380 w 565186"/>
                <a:gd name="connsiteY54" fmla="*/ 210792 h 606735"/>
                <a:gd name="connsiteX55" fmla="*/ 396167 w 565186"/>
                <a:gd name="connsiteY55" fmla="*/ 239714 h 606735"/>
                <a:gd name="connsiteX56" fmla="*/ 435344 w 565186"/>
                <a:gd name="connsiteY56" fmla="*/ 334173 h 606735"/>
                <a:gd name="connsiteX57" fmla="*/ 417705 w 565186"/>
                <a:gd name="connsiteY57" fmla="*/ 352064 h 606735"/>
                <a:gd name="connsiteX58" fmla="*/ 282906 w 565186"/>
                <a:gd name="connsiteY58" fmla="*/ 352064 h 606735"/>
                <a:gd name="connsiteX59" fmla="*/ 274922 w 565186"/>
                <a:gd name="connsiteY59" fmla="*/ 352064 h 606735"/>
                <a:gd name="connsiteX60" fmla="*/ 147736 w 565186"/>
                <a:gd name="connsiteY60" fmla="*/ 352064 h 606735"/>
                <a:gd name="connsiteX61" fmla="*/ 130004 w 565186"/>
                <a:gd name="connsiteY61" fmla="*/ 334173 h 606735"/>
                <a:gd name="connsiteX62" fmla="*/ 169088 w 565186"/>
                <a:gd name="connsiteY62" fmla="*/ 239714 h 606735"/>
                <a:gd name="connsiteX63" fmla="*/ 228875 w 565186"/>
                <a:gd name="connsiteY63" fmla="*/ 210792 h 606735"/>
                <a:gd name="connsiteX64" fmla="*/ 277351 w 565186"/>
                <a:gd name="connsiteY64" fmla="*/ 297 h 606735"/>
                <a:gd name="connsiteX65" fmla="*/ 316167 w 565186"/>
                <a:gd name="connsiteY65" fmla="*/ 8453 h 606735"/>
                <a:gd name="connsiteX66" fmla="*/ 335110 w 565186"/>
                <a:gd name="connsiteY66" fmla="*/ 26064 h 606735"/>
                <a:gd name="connsiteX67" fmla="*/ 355911 w 565186"/>
                <a:gd name="connsiteY67" fmla="*/ 91872 h 606735"/>
                <a:gd name="connsiteX68" fmla="*/ 353218 w 565186"/>
                <a:gd name="connsiteY68" fmla="*/ 102067 h 606735"/>
                <a:gd name="connsiteX69" fmla="*/ 359904 w 565186"/>
                <a:gd name="connsiteY69" fmla="*/ 129688 h 606735"/>
                <a:gd name="connsiteX70" fmla="*/ 346532 w 565186"/>
                <a:gd name="connsiteY70" fmla="*/ 153045 h 606735"/>
                <a:gd name="connsiteX71" fmla="*/ 299359 w 565186"/>
                <a:gd name="connsiteY71" fmla="*/ 211160 h 606735"/>
                <a:gd name="connsiteX72" fmla="*/ 264907 w 565186"/>
                <a:gd name="connsiteY72" fmla="*/ 211252 h 606735"/>
                <a:gd name="connsiteX73" fmla="*/ 217920 w 565186"/>
                <a:gd name="connsiteY73" fmla="*/ 153230 h 606735"/>
                <a:gd name="connsiteX74" fmla="*/ 204548 w 565186"/>
                <a:gd name="connsiteY74" fmla="*/ 129873 h 606735"/>
                <a:gd name="connsiteX75" fmla="*/ 211048 w 565186"/>
                <a:gd name="connsiteY75" fmla="*/ 102067 h 606735"/>
                <a:gd name="connsiteX76" fmla="*/ 208355 w 565186"/>
                <a:gd name="connsiteY76" fmla="*/ 91872 h 606735"/>
                <a:gd name="connsiteX77" fmla="*/ 208262 w 565186"/>
                <a:gd name="connsiteY77" fmla="*/ 59524 h 606735"/>
                <a:gd name="connsiteX78" fmla="*/ 227206 w 565186"/>
                <a:gd name="connsiteY78" fmla="*/ 26435 h 606735"/>
                <a:gd name="connsiteX79" fmla="*/ 244757 w 565186"/>
                <a:gd name="connsiteY79" fmla="*/ 11975 h 606735"/>
                <a:gd name="connsiteX80" fmla="*/ 261843 w 565186"/>
                <a:gd name="connsiteY80" fmla="*/ 3263 h 606735"/>
                <a:gd name="connsiteX81" fmla="*/ 277351 w 565186"/>
                <a:gd name="connsiteY81" fmla="*/ 297 h 60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65186" h="606735">
                  <a:moveTo>
                    <a:pt x="266761" y="383537"/>
                  </a:moveTo>
                  <a:lnTo>
                    <a:pt x="298145" y="383537"/>
                  </a:lnTo>
                  <a:lnTo>
                    <a:pt x="298145" y="426731"/>
                  </a:lnTo>
                  <a:lnTo>
                    <a:pt x="485518" y="426731"/>
                  </a:lnTo>
                  <a:cubicBezTo>
                    <a:pt x="500746" y="426731"/>
                    <a:pt x="513188" y="439151"/>
                    <a:pt x="513188" y="454352"/>
                  </a:cubicBezTo>
                  <a:lnTo>
                    <a:pt x="513188" y="503015"/>
                  </a:lnTo>
                  <a:lnTo>
                    <a:pt x="537793" y="503015"/>
                  </a:lnTo>
                  <a:cubicBezTo>
                    <a:pt x="553021" y="503015"/>
                    <a:pt x="565370" y="515528"/>
                    <a:pt x="565184" y="530729"/>
                  </a:cubicBezTo>
                  <a:lnTo>
                    <a:pt x="565184" y="579021"/>
                  </a:lnTo>
                  <a:cubicBezTo>
                    <a:pt x="565184" y="594315"/>
                    <a:pt x="552742" y="606735"/>
                    <a:pt x="537422" y="606735"/>
                  </a:cubicBezTo>
                  <a:lnTo>
                    <a:pt x="456920" y="606735"/>
                  </a:lnTo>
                  <a:cubicBezTo>
                    <a:pt x="441600" y="606735"/>
                    <a:pt x="429250" y="594315"/>
                    <a:pt x="429250" y="579021"/>
                  </a:cubicBezTo>
                  <a:lnTo>
                    <a:pt x="429250" y="530729"/>
                  </a:lnTo>
                  <a:cubicBezTo>
                    <a:pt x="429250" y="515343"/>
                    <a:pt x="441600" y="503015"/>
                    <a:pt x="456920" y="503015"/>
                  </a:cubicBezTo>
                  <a:lnTo>
                    <a:pt x="481618" y="503015"/>
                  </a:lnTo>
                  <a:lnTo>
                    <a:pt x="481618" y="458060"/>
                  </a:lnTo>
                  <a:lnTo>
                    <a:pt x="297959" y="458060"/>
                  </a:lnTo>
                  <a:lnTo>
                    <a:pt x="297959" y="503015"/>
                  </a:lnTo>
                  <a:lnTo>
                    <a:pt x="322843" y="503015"/>
                  </a:lnTo>
                  <a:cubicBezTo>
                    <a:pt x="338256" y="503015"/>
                    <a:pt x="350606" y="515343"/>
                    <a:pt x="350606" y="530729"/>
                  </a:cubicBezTo>
                  <a:lnTo>
                    <a:pt x="350606" y="579021"/>
                  </a:lnTo>
                  <a:cubicBezTo>
                    <a:pt x="350606" y="594315"/>
                    <a:pt x="338256" y="606735"/>
                    <a:pt x="322843" y="606735"/>
                  </a:cubicBezTo>
                  <a:lnTo>
                    <a:pt x="242434" y="606735"/>
                  </a:lnTo>
                  <a:cubicBezTo>
                    <a:pt x="227021" y="606735"/>
                    <a:pt x="214672" y="594315"/>
                    <a:pt x="214672" y="579021"/>
                  </a:cubicBezTo>
                  <a:lnTo>
                    <a:pt x="214672" y="530729"/>
                  </a:lnTo>
                  <a:cubicBezTo>
                    <a:pt x="214672" y="515343"/>
                    <a:pt x="227021" y="503015"/>
                    <a:pt x="242434" y="503015"/>
                  </a:cubicBezTo>
                  <a:lnTo>
                    <a:pt x="266761" y="503015"/>
                  </a:lnTo>
                  <a:lnTo>
                    <a:pt x="266761" y="458060"/>
                  </a:lnTo>
                  <a:lnTo>
                    <a:pt x="83659" y="458060"/>
                  </a:lnTo>
                  <a:lnTo>
                    <a:pt x="83659" y="503015"/>
                  </a:lnTo>
                  <a:lnTo>
                    <a:pt x="108171" y="503015"/>
                  </a:lnTo>
                  <a:cubicBezTo>
                    <a:pt x="123585" y="503015"/>
                    <a:pt x="135934" y="515343"/>
                    <a:pt x="135934" y="530729"/>
                  </a:cubicBezTo>
                  <a:lnTo>
                    <a:pt x="135934" y="579021"/>
                  </a:lnTo>
                  <a:cubicBezTo>
                    <a:pt x="135934" y="594315"/>
                    <a:pt x="123585" y="606735"/>
                    <a:pt x="108171" y="606735"/>
                  </a:cubicBezTo>
                  <a:lnTo>
                    <a:pt x="27762" y="606735"/>
                  </a:lnTo>
                  <a:cubicBezTo>
                    <a:pt x="12349" y="606735"/>
                    <a:pt x="0" y="594315"/>
                    <a:pt x="0" y="579021"/>
                  </a:cubicBezTo>
                  <a:lnTo>
                    <a:pt x="0" y="530729"/>
                  </a:lnTo>
                  <a:cubicBezTo>
                    <a:pt x="0" y="515343"/>
                    <a:pt x="12349" y="503015"/>
                    <a:pt x="27762" y="503015"/>
                  </a:cubicBezTo>
                  <a:lnTo>
                    <a:pt x="52368" y="503015"/>
                  </a:lnTo>
                  <a:lnTo>
                    <a:pt x="52368" y="454352"/>
                  </a:lnTo>
                  <a:cubicBezTo>
                    <a:pt x="52368" y="439151"/>
                    <a:pt x="64717" y="426731"/>
                    <a:pt x="79945" y="426731"/>
                  </a:cubicBezTo>
                  <a:lnTo>
                    <a:pt x="266761" y="426731"/>
                  </a:lnTo>
                  <a:close/>
                  <a:moveTo>
                    <a:pt x="228875" y="210792"/>
                  </a:moveTo>
                  <a:lnTo>
                    <a:pt x="257747" y="301729"/>
                  </a:lnTo>
                  <a:lnTo>
                    <a:pt x="261739" y="314150"/>
                  </a:lnTo>
                  <a:lnTo>
                    <a:pt x="274551" y="277535"/>
                  </a:lnTo>
                  <a:cubicBezTo>
                    <a:pt x="245029" y="236098"/>
                    <a:pt x="276779" y="234152"/>
                    <a:pt x="282349" y="234152"/>
                  </a:cubicBezTo>
                  <a:lnTo>
                    <a:pt x="282535" y="234152"/>
                  </a:lnTo>
                  <a:lnTo>
                    <a:pt x="282628" y="234152"/>
                  </a:lnTo>
                  <a:lnTo>
                    <a:pt x="282721" y="234152"/>
                  </a:lnTo>
                  <a:lnTo>
                    <a:pt x="282906" y="234152"/>
                  </a:lnTo>
                  <a:cubicBezTo>
                    <a:pt x="288476" y="234245"/>
                    <a:pt x="320412" y="236284"/>
                    <a:pt x="290704" y="277535"/>
                  </a:cubicBezTo>
                  <a:lnTo>
                    <a:pt x="303516" y="314150"/>
                  </a:lnTo>
                  <a:lnTo>
                    <a:pt x="307508" y="301729"/>
                  </a:lnTo>
                  <a:lnTo>
                    <a:pt x="336380" y="210792"/>
                  </a:lnTo>
                  <a:cubicBezTo>
                    <a:pt x="336380" y="210792"/>
                    <a:pt x="358754" y="225531"/>
                    <a:pt x="396167" y="239714"/>
                  </a:cubicBezTo>
                  <a:cubicBezTo>
                    <a:pt x="433302" y="253155"/>
                    <a:pt x="434880" y="282077"/>
                    <a:pt x="435344" y="334173"/>
                  </a:cubicBezTo>
                  <a:cubicBezTo>
                    <a:pt x="435530" y="343999"/>
                    <a:pt x="427546" y="352064"/>
                    <a:pt x="417705" y="352064"/>
                  </a:cubicBezTo>
                  <a:lnTo>
                    <a:pt x="282906" y="352064"/>
                  </a:lnTo>
                  <a:lnTo>
                    <a:pt x="274922" y="352064"/>
                  </a:lnTo>
                  <a:lnTo>
                    <a:pt x="147736" y="352064"/>
                  </a:lnTo>
                  <a:cubicBezTo>
                    <a:pt x="137895" y="352064"/>
                    <a:pt x="129911" y="343999"/>
                    <a:pt x="130004" y="334173"/>
                  </a:cubicBezTo>
                  <a:cubicBezTo>
                    <a:pt x="130654" y="282077"/>
                    <a:pt x="132139" y="253155"/>
                    <a:pt x="169088" y="239714"/>
                  </a:cubicBezTo>
                  <a:cubicBezTo>
                    <a:pt x="206501" y="225345"/>
                    <a:pt x="228875" y="210792"/>
                    <a:pt x="228875" y="210792"/>
                  </a:cubicBezTo>
                  <a:close/>
                  <a:moveTo>
                    <a:pt x="277351" y="297"/>
                  </a:moveTo>
                  <a:cubicBezTo>
                    <a:pt x="294159" y="-1186"/>
                    <a:pt x="307066" y="3077"/>
                    <a:pt x="316167" y="8453"/>
                  </a:cubicBezTo>
                  <a:cubicBezTo>
                    <a:pt x="329910" y="16054"/>
                    <a:pt x="335110" y="26064"/>
                    <a:pt x="335110" y="26064"/>
                  </a:cubicBezTo>
                  <a:cubicBezTo>
                    <a:pt x="335110" y="26064"/>
                    <a:pt x="366590" y="28288"/>
                    <a:pt x="355911" y="91872"/>
                  </a:cubicBezTo>
                  <a:cubicBezTo>
                    <a:pt x="355354" y="95208"/>
                    <a:pt x="354426" y="98730"/>
                    <a:pt x="353218" y="102067"/>
                  </a:cubicBezTo>
                  <a:cubicBezTo>
                    <a:pt x="359533" y="101511"/>
                    <a:pt x="366869" y="105126"/>
                    <a:pt x="359904" y="129688"/>
                  </a:cubicBezTo>
                  <a:cubicBezTo>
                    <a:pt x="354797" y="147762"/>
                    <a:pt x="350154" y="152860"/>
                    <a:pt x="346532" y="153045"/>
                  </a:cubicBezTo>
                  <a:cubicBezTo>
                    <a:pt x="343189" y="174456"/>
                    <a:pt x="326103" y="201520"/>
                    <a:pt x="299359" y="211160"/>
                  </a:cubicBezTo>
                  <a:cubicBezTo>
                    <a:pt x="288308" y="215238"/>
                    <a:pt x="276051" y="215238"/>
                    <a:pt x="264907" y="211252"/>
                  </a:cubicBezTo>
                  <a:cubicBezTo>
                    <a:pt x="237699" y="201798"/>
                    <a:pt x="221263" y="174548"/>
                    <a:pt x="217920" y="153230"/>
                  </a:cubicBezTo>
                  <a:cubicBezTo>
                    <a:pt x="214298" y="152860"/>
                    <a:pt x="209562" y="147762"/>
                    <a:pt x="204548" y="129873"/>
                  </a:cubicBezTo>
                  <a:cubicBezTo>
                    <a:pt x="197583" y="105218"/>
                    <a:pt x="204919" y="101696"/>
                    <a:pt x="211048" y="102067"/>
                  </a:cubicBezTo>
                  <a:cubicBezTo>
                    <a:pt x="209841" y="98545"/>
                    <a:pt x="209005" y="95208"/>
                    <a:pt x="208355" y="91872"/>
                  </a:cubicBezTo>
                  <a:cubicBezTo>
                    <a:pt x="206126" y="80378"/>
                    <a:pt x="205476" y="69812"/>
                    <a:pt x="208262" y="59524"/>
                  </a:cubicBezTo>
                  <a:cubicBezTo>
                    <a:pt x="211419" y="45806"/>
                    <a:pt x="218848" y="34962"/>
                    <a:pt x="227206" y="26435"/>
                  </a:cubicBezTo>
                  <a:cubicBezTo>
                    <a:pt x="232499" y="20873"/>
                    <a:pt x="238442" y="15868"/>
                    <a:pt x="244757" y="11975"/>
                  </a:cubicBezTo>
                  <a:cubicBezTo>
                    <a:pt x="249957" y="8453"/>
                    <a:pt x="255621" y="5395"/>
                    <a:pt x="261843" y="3263"/>
                  </a:cubicBezTo>
                  <a:cubicBezTo>
                    <a:pt x="266672" y="1687"/>
                    <a:pt x="271872" y="575"/>
                    <a:pt x="277351" y="297"/>
                  </a:cubicBezTo>
                  <a:close/>
                </a:path>
              </a:pathLst>
            </a:cu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sp>
          <p:nvSpPr>
            <p:cNvPr id="18" name="íşḷïde">
              <a:extLst>
                <a:ext uri="{FF2B5EF4-FFF2-40B4-BE49-F238E27FC236}">
                  <a16:creationId xmlns:a16="http://schemas.microsoft.com/office/drawing/2014/main" id="{EF4B8F51-B025-4075-B059-BAC60EA797D4}"/>
                </a:ext>
              </a:extLst>
            </p:cNvPr>
            <p:cNvSpPr/>
            <p:nvPr/>
          </p:nvSpPr>
          <p:spPr>
            <a:xfrm>
              <a:off x="8665934" y="2990001"/>
              <a:ext cx="1794185" cy="415768"/>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sz="1600" u="sng" dirty="0">
                  <a:solidFill>
                    <a:schemeClr val="tx1">
                      <a:lumMod val="75000"/>
                      <a:lumOff val="25000"/>
                    </a:schemeClr>
                  </a:solidFill>
                </a:rPr>
                <a:t>输入文本</a:t>
              </a:r>
              <a:endParaRPr lang="en-US" altLang="zh-CN" sz="1600" u="sng" dirty="0">
                <a:solidFill>
                  <a:schemeClr val="tx1">
                    <a:lumMod val="75000"/>
                    <a:lumOff val="25000"/>
                  </a:schemeClr>
                </a:solidFill>
              </a:endParaRPr>
            </a:p>
          </p:txBody>
        </p:sp>
        <p:sp>
          <p:nvSpPr>
            <p:cNvPr id="19" name="îŝḷïḍê">
              <a:extLst>
                <a:ext uri="{FF2B5EF4-FFF2-40B4-BE49-F238E27FC236}">
                  <a16:creationId xmlns:a16="http://schemas.microsoft.com/office/drawing/2014/main" id="{225FC258-6A89-42D4-8D5E-66604A193F92}"/>
                </a:ext>
              </a:extLst>
            </p:cNvPr>
            <p:cNvSpPr/>
            <p:nvPr/>
          </p:nvSpPr>
          <p:spPr>
            <a:xfrm>
              <a:off x="8665934" y="3405769"/>
              <a:ext cx="1794185" cy="446763"/>
            </a:xfrm>
            <a:prstGeom prst="roundRect">
              <a:avLst>
                <a:gd name="adj" fmla="val 50000"/>
              </a:avLst>
            </a:prstGeom>
            <a:solidFill>
              <a:schemeClr val="bg1"/>
            </a:solidFill>
            <a:ln w="19050">
              <a:solidFill>
                <a:schemeClr val="bg1">
                  <a:lumMod val="95000"/>
                </a:schemeClr>
              </a:solidFill>
            </a:ln>
          </p:spPr>
          <p:txBody>
            <a:bodyPr wrap="square" lIns="91440" tIns="45720" rIns="91440" bIns="45720" anchor="ctr"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endParaRPr lang="zh-CN" altLang="en-US" sz="1600" dirty="0"/>
            </a:p>
          </p:txBody>
        </p:sp>
        <p:sp>
          <p:nvSpPr>
            <p:cNvPr id="20" name="îṧľîḍè">
              <a:extLst>
                <a:ext uri="{FF2B5EF4-FFF2-40B4-BE49-F238E27FC236}">
                  <a16:creationId xmlns:a16="http://schemas.microsoft.com/office/drawing/2014/main" id="{51848E5D-4537-47D7-90D1-511AD0B71668}"/>
                </a:ext>
              </a:extLst>
            </p:cNvPr>
            <p:cNvSpPr txBox="1"/>
            <p:nvPr/>
          </p:nvSpPr>
          <p:spPr>
            <a:xfrm>
              <a:off x="8130212" y="3991449"/>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1" name="ïsľiḍe">
              <a:extLst>
                <a:ext uri="{FF2B5EF4-FFF2-40B4-BE49-F238E27FC236}">
                  <a16:creationId xmlns:a16="http://schemas.microsoft.com/office/drawing/2014/main" id="{51848E5D-4537-47D7-90D1-511AD0B71668}"/>
                </a:ext>
              </a:extLst>
            </p:cNvPr>
            <p:cNvSpPr txBox="1"/>
            <p:nvPr/>
          </p:nvSpPr>
          <p:spPr>
            <a:xfrm>
              <a:off x="8130212" y="5105087"/>
              <a:ext cx="2865629" cy="104171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100" dirty="0">
                  <a:solidFill>
                    <a:schemeClr val="tx1">
                      <a:lumMod val="50000"/>
                      <a:lumOff val="50000"/>
                    </a:schemeClr>
                  </a:solidFill>
                  <a:cs typeface="+mn-ea"/>
                  <a:sym typeface="+mn-lt"/>
                </a:rPr>
                <a:t>在此输入您的文本内容或者复制粘贴文字内容到此处</a:t>
              </a:r>
              <a:endParaRPr lang="en-US" altLang="zh-CN" sz="1100" dirty="0">
                <a:solidFill>
                  <a:schemeClr val="tx1">
                    <a:lumMod val="50000"/>
                    <a:lumOff val="50000"/>
                  </a:schemeClr>
                </a:solidFill>
                <a:cs typeface="+mn-ea"/>
                <a:sym typeface="+mn-lt"/>
              </a:endParaRPr>
            </a:p>
            <a:p>
              <a:pPr lvl="0" algn="ctr">
                <a:lnSpc>
                  <a:spcPct val="150000"/>
                </a:lnSpc>
                <a:buSzPct val="25000"/>
                <a:defRPr/>
              </a:pPr>
              <a:endParaRPr lang="en-US" altLang="zh-CN" sz="1100" dirty="0">
                <a:solidFill>
                  <a:schemeClr val="tx1">
                    <a:lumMod val="50000"/>
                    <a:lumOff val="50000"/>
                  </a:schemeClr>
                </a:solidFill>
                <a:cs typeface="+mn-ea"/>
                <a:sym typeface="+mn-lt"/>
              </a:endParaRPr>
            </a:p>
          </p:txBody>
        </p:sp>
        <p:sp>
          <p:nvSpPr>
            <p:cNvPr id="22" name="ís1íḑê">
              <a:extLst>
                <a:ext uri="{FF2B5EF4-FFF2-40B4-BE49-F238E27FC236}">
                  <a16:creationId xmlns:a16="http://schemas.microsoft.com/office/drawing/2014/main" id="{C59E738A-0089-4E38-982C-99CFA94B372D}"/>
                </a:ext>
              </a:extLst>
            </p:cNvPr>
            <p:cNvSpPr/>
            <p:nvPr/>
          </p:nvSpPr>
          <p:spPr>
            <a:xfrm>
              <a:off x="9420553" y="3473951"/>
              <a:ext cx="284948" cy="310398"/>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556973" h="606722">
                  <a:moveTo>
                    <a:pt x="480190" y="505602"/>
                  </a:moveTo>
                  <a:cubicBezTo>
                    <a:pt x="522897" y="505602"/>
                    <a:pt x="556973" y="537147"/>
                    <a:pt x="556973" y="556162"/>
                  </a:cubicBezTo>
                  <a:lnTo>
                    <a:pt x="556439" y="586996"/>
                  </a:lnTo>
                  <a:cubicBezTo>
                    <a:pt x="556261" y="597925"/>
                    <a:pt x="547364" y="606722"/>
                    <a:pt x="536420" y="606722"/>
                  </a:cubicBezTo>
                  <a:lnTo>
                    <a:pt x="425206" y="606722"/>
                  </a:lnTo>
                  <a:cubicBezTo>
                    <a:pt x="414173" y="606722"/>
                    <a:pt x="405187" y="597748"/>
                    <a:pt x="405187" y="586640"/>
                  </a:cubicBezTo>
                  <a:lnTo>
                    <a:pt x="405187" y="556162"/>
                  </a:lnTo>
                  <a:cubicBezTo>
                    <a:pt x="405187" y="537147"/>
                    <a:pt x="437573" y="505602"/>
                    <a:pt x="480190" y="505602"/>
                  </a:cubicBezTo>
                  <a:close/>
                  <a:moveTo>
                    <a:pt x="277711" y="505602"/>
                  </a:moveTo>
                  <a:cubicBezTo>
                    <a:pt x="320343" y="505602"/>
                    <a:pt x="354520" y="537147"/>
                    <a:pt x="354520" y="556162"/>
                  </a:cubicBezTo>
                  <a:lnTo>
                    <a:pt x="353986" y="586996"/>
                  </a:lnTo>
                  <a:cubicBezTo>
                    <a:pt x="353808" y="597925"/>
                    <a:pt x="344908" y="606722"/>
                    <a:pt x="333960" y="606722"/>
                  </a:cubicBezTo>
                  <a:lnTo>
                    <a:pt x="222619" y="606722"/>
                  </a:lnTo>
                  <a:cubicBezTo>
                    <a:pt x="211582" y="606722"/>
                    <a:pt x="202593" y="597748"/>
                    <a:pt x="202593" y="586640"/>
                  </a:cubicBezTo>
                  <a:lnTo>
                    <a:pt x="202593" y="556162"/>
                  </a:lnTo>
                  <a:cubicBezTo>
                    <a:pt x="202593" y="537147"/>
                    <a:pt x="234990" y="505602"/>
                    <a:pt x="277711" y="505602"/>
                  </a:cubicBezTo>
                  <a:close/>
                  <a:moveTo>
                    <a:pt x="75118" y="505602"/>
                  </a:moveTo>
                  <a:cubicBezTo>
                    <a:pt x="117839" y="505602"/>
                    <a:pt x="151927" y="537147"/>
                    <a:pt x="151927" y="556162"/>
                  </a:cubicBezTo>
                  <a:lnTo>
                    <a:pt x="151393" y="586996"/>
                  </a:lnTo>
                  <a:cubicBezTo>
                    <a:pt x="151215" y="597925"/>
                    <a:pt x="142315" y="606722"/>
                    <a:pt x="131367" y="606722"/>
                  </a:cubicBezTo>
                  <a:lnTo>
                    <a:pt x="20115" y="606722"/>
                  </a:lnTo>
                  <a:cubicBezTo>
                    <a:pt x="8989" y="606722"/>
                    <a:pt x="0" y="597748"/>
                    <a:pt x="0" y="586640"/>
                  </a:cubicBezTo>
                  <a:lnTo>
                    <a:pt x="0" y="556162"/>
                  </a:lnTo>
                  <a:cubicBezTo>
                    <a:pt x="0" y="537147"/>
                    <a:pt x="32486" y="505602"/>
                    <a:pt x="75118" y="505602"/>
                  </a:cubicBezTo>
                  <a:close/>
                  <a:moveTo>
                    <a:pt x="481080" y="379219"/>
                  </a:moveTo>
                  <a:cubicBezTo>
                    <a:pt x="509043" y="379219"/>
                    <a:pt x="531711" y="401840"/>
                    <a:pt x="531711" y="429744"/>
                  </a:cubicBezTo>
                  <a:cubicBezTo>
                    <a:pt x="531711" y="457648"/>
                    <a:pt x="509043" y="480269"/>
                    <a:pt x="481080" y="480269"/>
                  </a:cubicBezTo>
                  <a:cubicBezTo>
                    <a:pt x="453117" y="480269"/>
                    <a:pt x="430449" y="457648"/>
                    <a:pt x="430449" y="429744"/>
                  </a:cubicBezTo>
                  <a:cubicBezTo>
                    <a:pt x="430449" y="401840"/>
                    <a:pt x="453117" y="379219"/>
                    <a:pt x="481080" y="379219"/>
                  </a:cubicBezTo>
                  <a:close/>
                  <a:moveTo>
                    <a:pt x="278522" y="379219"/>
                  </a:moveTo>
                  <a:cubicBezTo>
                    <a:pt x="306465" y="379219"/>
                    <a:pt x="329118" y="401840"/>
                    <a:pt x="329118" y="429744"/>
                  </a:cubicBezTo>
                  <a:cubicBezTo>
                    <a:pt x="329118" y="457648"/>
                    <a:pt x="306465" y="480269"/>
                    <a:pt x="278522" y="480269"/>
                  </a:cubicBezTo>
                  <a:cubicBezTo>
                    <a:pt x="250579" y="480269"/>
                    <a:pt x="227926" y="457648"/>
                    <a:pt x="227926" y="429744"/>
                  </a:cubicBezTo>
                  <a:cubicBezTo>
                    <a:pt x="227926" y="401840"/>
                    <a:pt x="250579" y="379219"/>
                    <a:pt x="278522" y="379219"/>
                  </a:cubicBezTo>
                  <a:close/>
                  <a:moveTo>
                    <a:pt x="76035" y="379219"/>
                  </a:moveTo>
                  <a:cubicBezTo>
                    <a:pt x="103998" y="379219"/>
                    <a:pt x="126666" y="401840"/>
                    <a:pt x="126666" y="429744"/>
                  </a:cubicBezTo>
                  <a:cubicBezTo>
                    <a:pt x="126666" y="457648"/>
                    <a:pt x="103998" y="480269"/>
                    <a:pt x="76035" y="480269"/>
                  </a:cubicBezTo>
                  <a:cubicBezTo>
                    <a:pt x="48072" y="480269"/>
                    <a:pt x="25404" y="457648"/>
                    <a:pt x="25404" y="429744"/>
                  </a:cubicBezTo>
                  <a:cubicBezTo>
                    <a:pt x="25404" y="401840"/>
                    <a:pt x="48072" y="379219"/>
                    <a:pt x="76035" y="379219"/>
                  </a:cubicBezTo>
                  <a:close/>
                  <a:moveTo>
                    <a:pt x="353886" y="80445"/>
                  </a:moveTo>
                  <a:lnTo>
                    <a:pt x="360298" y="80445"/>
                  </a:lnTo>
                  <a:cubicBezTo>
                    <a:pt x="362435" y="80445"/>
                    <a:pt x="364216" y="80712"/>
                    <a:pt x="365552" y="81424"/>
                  </a:cubicBezTo>
                  <a:cubicBezTo>
                    <a:pt x="366888" y="82136"/>
                    <a:pt x="367956" y="82936"/>
                    <a:pt x="368669" y="84004"/>
                  </a:cubicBezTo>
                  <a:cubicBezTo>
                    <a:pt x="369381" y="84982"/>
                    <a:pt x="369916" y="86139"/>
                    <a:pt x="370183" y="87206"/>
                  </a:cubicBezTo>
                  <a:cubicBezTo>
                    <a:pt x="370361" y="88363"/>
                    <a:pt x="370539" y="89341"/>
                    <a:pt x="370539" y="90142"/>
                  </a:cubicBezTo>
                  <a:cubicBezTo>
                    <a:pt x="370539" y="92277"/>
                    <a:pt x="370272" y="94145"/>
                    <a:pt x="369738" y="95569"/>
                  </a:cubicBezTo>
                  <a:cubicBezTo>
                    <a:pt x="369203" y="96992"/>
                    <a:pt x="368491" y="98149"/>
                    <a:pt x="367600" y="98949"/>
                  </a:cubicBezTo>
                  <a:cubicBezTo>
                    <a:pt x="366799" y="99750"/>
                    <a:pt x="365819" y="100373"/>
                    <a:pt x="364840" y="100728"/>
                  </a:cubicBezTo>
                  <a:cubicBezTo>
                    <a:pt x="363860" y="101084"/>
                    <a:pt x="362791" y="101262"/>
                    <a:pt x="361723" y="101262"/>
                  </a:cubicBezTo>
                  <a:lnTo>
                    <a:pt x="353886" y="101262"/>
                  </a:lnTo>
                  <a:close/>
                  <a:moveTo>
                    <a:pt x="288104" y="75802"/>
                  </a:moveTo>
                  <a:lnTo>
                    <a:pt x="288104" y="81667"/>
                  </a:lnTo>
                  <a:lnTo>
                    <a:pt x="303770" y="81667"/>
                  </a:lnTo>
                  <a:lnTo>
                    <a:pt x="303770" y="128321"/>
                  </a:lnTo>
                  <a:lnTo>
                    <a:pt x="312404" y="128321"/>
                  </a:lnTo>
                  <a:lnTo>
                    <a:pt x="312404" y="81667"/>
                  </a:lnTo>
                  <a:lnTo>
                    <a:pt x="328159" y="81667"/>
                  </a:lnTo>
                  <a:lnTo>
                    <a:pt x="328159" y="75802"/>
                  </a:lnTo>
                  <a:close/>
                  <a:moveTo>
                    <a:pt x="233896" y="75802"/>
                  </a:moveTo>
                  <a:lnTo>
                    <a:pt x="233896" y="81667"/>
                  </a:lnTo>
                  <a:lnTo>
                    <a:pt x="249562" y="81667"/>
                  </a:lnTo>
                  <a:lnTo>
                    <a:pt x="249562" y="128321"/>
                  </a:lnTo>
                  <a:lnTo>
                    <a:pt x="258196" y="128321"/>
                  </a:lnTo>
                  <a:lnTo>
                    <a:pt x="258196" y="81667"/>
                  </a:lnTo>
                  <a:lnTo>
                    <a:pt x="273951" y="81667"/>
                  </a:lnTo>
                  <a:lnTo>
                    <a:pt x="273951" y="75802"/>
                  </a:lnTo>
                  <a:close/>
                  <a:moveTo>
                    <a:pt x="183516" y="75802"/>
                  </a:moveTo>
                  <a:lnTo>
                    <a:pt x="183516" y="128321"/>
                  </a:lnTo>
                  <a:lnTo>
                    <a:pt x="192239" y="128321"/>
                  </a:lnTo>
                  <a:lnTo>
                    <a:pt x="192239" y="104683"/>
                  </a:lnTo>
                  <a:lnTo>
                    <a:pt x="215026" y="104683"/>
                  </a:lnTo>
                  <a:lnTo>
                    <a:pt x="215026" y="128321"/>
                  </a:lnTo>
                  <a:lnTo>
                    <a:pt x="223571" y="128321"/>
                  </a:lnTo>
                  <a:lnTo>
                    <a:pt x="223571" y="75802"/>
                  </a:lnTo>
                  <a:lnTo>
                    <a:pt x="215026" y="75802"/>
                  </a:lnTo>
                  <a:lnTo>
                    <a:pt x="215026" y="98818"/>
                  </a:lnTo>
                  <a:lnTo>
                    <a:pt x="192239" y="98818"/>
                  </a:lnTo>
                  <a:lnTo>
                    <a:pt x="192239" y="75802"/>
                  </a:lnTo>
                  <a:close/>
                  <a:moveTo>
                    <a:pt x="345338" y="73935"/>
                  </a:moveTo>
                  <a:lnTo>
                    <a:pt x="345338" y="126366"/>
                  </a:lnTo>
                  <a:lnTo>
                    <a:pt x="353883" y="126366"/>
                  </a:lnTo>
                  <a:lnTo>
                    <a:pt x="353883" y="107438"/>
                  </a:lnTo>
                  <a:lnTo>
                    <a:pt x="360203" y="107438"/>
                  </a:lnTo>
                  <a:cubicBezTo>
                    <a:pt x="362962" y="107438"/>
                    <a:pt x="365544" y="107083"/>
                    <a:pt x="367769" y="106283"/>
                  </a:cubicBezTo>
                  <a:cubicBezTo>
                    <a:pt x="370083" y="105394"/>
                    <a:pt x="372041" y="104328"/>
                    <a:pt x="373644" y="102817"/>
                  </a:cubicBezTo>
                  <a:cubicBezTo>
                    <a:pt x="375246" y="101306"/>
                    <a:pt x="376492" y="99529"/>
                    <a:pt x="377382" y="97396"/>
                  </a:cubicBezTo>
                  <a:cubicBezTo>
                    <a:pt x="378361" y="95264"/>
                    <a:pt x="378717" y="92775"/>
                    <a:pt x="378717" y="90109"/>
                  </a:cubicBezTo>
                  <a:cubicBezTo>
                    <a:pt x="378717" y="87621"/>
                    <a:pt x="378183" y="85400"/>
                    <a:pt x="377115" y="83356"/>
                  </a:cubicBezTo>
                  <a:cubicBezTo>
                    <a:pt x="376136" y="81312"/>
                    <a:pt x="374712" y="79623"/>
                    <a:pt x="372932" y="78201"/>
                  </a:cubicBezTo>
                  <a:cubicBezTo>
                    <a:pt x="371240" y="76779"/>
                    <a:pt x="369282" y="75713"/>
                    <a:pt x="367057" y="75002"/>
                  </a:cubicBezTo>
                  <a:cubicBezTo>
                    <a:pt x="364921" y="74291"/>
                    <a:pt x="362695" y="73935"/>
                    <a:pt x="360381" y="73935"/>
                  </a:cubicBezTo>
                  <a:close/>
                  <a:moveTo>
                    <a:pt x="177285" y="0"/>
                  </a:moveTo>
                  <a:lnTo>
                    <a:pt x="379785" y="0"/>
                  </a:lnTo>
                  <a:cubicBezTo>
                    <a:pt x="435684" y="0"/>
                    <a:pt x="481080" y="45321"/>
                    <a:pt x="481080" y="101129"/>
                  </a:cubicBezTo>
                  <a:cubicBezTo>
                    <a:pt x="481080" y="156847"/>
                    <a:pt x="435684" y="202257"/>
                    <a:pt x="379785" y="202257"/>
                  </a:cubicBezTo>
                  <a:lnTo>
                    <a:pt x="303859" y="202257"/>
                  </a:lnTo>
                  <a:lnTo>
                    <a:pt x="303859" y="227495"/>
                  </a:lnTo>
                  <a:lnTo>
                    <a:pt x="481080" y="227495"/>
                  </a:lnTo>
                  <a:cubicBezTo>
                    <a:pt x="495055" y="227495"/>
                    <a:pt x="506448" y="238781"/>
                    <a:pt x="506448" y="252732"/>
                  </a:cubicBezTo>
                  <a:lnTo>
                    <a:pt x="506448" y="303297"/>
                  </a:lnTo>
                  <a:cubicBezTo>
                    <a:pt x="506448" y="317249"/>
                    <a:pt x="495055" y="328623"/>
                    <a:pt x="481080" y="328623"/>
                  </a:cubicBezTo>
                  <a:cubicBezTo>
                    <a:pt x="467105" y="328623"/>
                    <a:pt x="455801" y="317249"/>
                    <a:pt x="455801" y="303297"/>
                  </a:cubicBezTo>
                  <a:lnTo>
                    <a:pt x="455801" y="278059"/>
                  </a:lnTo>
                  <a:lnTo>
                    <a:pt x="303859" y="278059"/>
                  </a:lnTo>
                  <a:lnTo>
                    <a:pt x="303859" y="303297"/>
                  </a:lnTo>
                  <a:cubicBezTo>
                    <a:pt x="303859" y="317249"/>
                    <a:pt x="292555" y="328623"/>
                    <a:pt x="278580" y="328623"/>
                  </a:cubicBezTo>
                  <a:cubicBezTo>
                    <a:pt x="264516" y="328623"/>
                    <a:pt x="253212" y="317249"/>
                    <a:pt x="253212" y="303297"/>
                  </a:cubicBezTo>
                  <a:lnTo>
                    <a:pt x="253212" y="278059"/>
                  </a:lnTo>
                  <a:lnTo>
                    <a:pt x="102160" y="278059"/>
                  </a:lnTo>
                  <a:lnTo>
                    <a:pt x="102160" y="303297"/>
                  </a:lnTo>
                  <a:cubicBezTo>
                    <a:pt x="102160" y="317249"/>
                    <a:pt x="90856" y="328623"/>
                    <a:pt x="76881" y="328623"/>
                  </a:cubicBezTo>
                  <a:cubicBezTo>
                    <a:pt x="62817" y="328623"/>
                    <a:pt x="51513" y="317249"/>
                    <a:pt x="51513" y="303297"/>
                  </a:cubicBezTo>
                  <a:lnTo>
                    <a:pt x="51513" y="252732"/>
                  </a:lnTo>
                  <a:cubicBezTo>
                    <a:pt x="51513" y="238781"/>
                    <a:pt x="62817" y="227495"/>
                    <a:pt x="76881" y="227495"/>
                  </a:cubicBezTo>
                  <a:lnTo>
                    <a:pt x="253212" y="227495"/>
                  </a:lnTo>
                  <a:lnTo>
                    <a:pt x="253212" y="202257"/>
                  </a:lnTo>
                  <a:lnTo>
                    <a:pt x="177285" y="202257"/>
                  </a:lnTo>
                  <a:cubicBezTo>
                    <a:pt x="121387" y="202257"/>
                    <a:pt x="75991" y="156847"/>
                    <a:pt x="75991" y="101129"/>
                  </a:cubicBezTo>
                  <a:cubicBezTo>
                    <a:pt x="75991" y="45321"/>
                    <a:pt x="121387" y="0"/>
                    <a:pt x="177285" y="0"/>
                  </a:cubicBezTo>
                  <a:close/>
                </a:path>
              </a:pathLst>
            </a:custGeom>
            <a:solidFill>
              <a:schemeClr val="accent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endParaRPr>
            </a:p>
          </p:txBody>
        </p:sp>
      </p:grpSp>
      <p:grpSp>
        <p:nvGrpSpPr>
          <p:cNvPr id="23" name="组合 22">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24"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25"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6" name="椭圆 25">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432018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isliḑ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75897E1-B351-4666-87C8-1ECAF479FA2B}"/>
              </a:ext>
            </a:extLst>
          </p:cNvPr>
          <p:cNvGrpSpPr>
            <a:grpSpLocks noChangeAspect="1"/>
          </p:cNvGrpSpPr>
          <p:nvPr/>
        </p:nvGrpSpPr>
        <p:grpSpPr>
          <a:xfrm>
            <a:off x="0" y="1924050"/>
            <a:ext cx="12192000" cy="4316413"/>
            <a:chOff x="0" y="1924050"/>
            <a:chExt cx="12192000" cy="4316413"/>
          </a:xfrm>
        </p:grpSpPr>
        <p:sp>
          <p:nvSpPr>
            <p:cNvPr id="4" name="íṩḻîdé">
              <a:extLst>
                <a:ext uri="{FF2B5EF4-FFF2-40B4-BE49-F238E27FC236}">
                  <a16:creationId xmlns:a16="http://schemas.microsoft.com/office/drawing/2014/main" id="{37BA5263-BA33-4C00-9553-D0B3D37BD512}"/>
                </a:ext>
              </a:extLst>
            </p:cNvPr>
            <p:cNvSpPr/>
            <p:nvPr/>
          </p:nvSpPr>
          <p:spPr>
            <a:xfrm>
              <a:off x="0" y="1924050"/>
              <a:ext cx="12192000" cy="3675457"/>
            </a:xfrm>
            <a:prstGeom prst="rect">
              <a:avLst/>
            </a:prstGeom>
            <a:blipFill>
              <a:blip r:embed="rId3" cstate="email">
                <a:extLst>
                  <a:ext uri="{28A0092B-C50C-407E-A947-70E740481C1C}">
                    <a14:useLocalDpi xmlns:a14="http://schemas.microsoft.com/office/drawing/2010/main"/>
                  </a:ext>
                </a:extLst>
              </a:blip>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6" name="îṣļïḍê">
              <a:extLst>
                <a:ext uri="{FF2B5EF4-FFF2-40B4-BE49-F238E27FC236}">
                  <a16:creationId xmlns:a16="http://schemas.microsoft.com/office/drawing/2014/main" id="{266C3D28-D7D6-4D51-9EB5-4DBB65250FD7}"/>
                </a:ext>
              </a:extLst>
            </p:cNvPr>
            <p:cNvSpPr/>
            <p:nvPr/>
          </p:nvSpPr>
          <p:spPr>
            <a:xfrm>
              <a:off x="673100" y="3990975"/>
              <a:ext cx="2695434" cy="2249488"/>
            </a:xfrm>
            <a:prstGeom prst="rect">
              <a:avLst/>
            </a:prstGeom>
            <a:solidFill>
              <a:schemeClr val="accent1">
                <a:lumMod val="100000"/>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7" name="îṣļîḓê">
              <a:extLst>
                <a:ext uri="{FF2B5EF4-FFF2-40B4-BE49-F238E27FC236}">
                  <a16:creationId xmlns:a16="http://schemas.microsoft.com/office/drawing/2014/main" id="{1B99A072-6B7F-4DC2-AF54-5EDACAA86D2D}"/>
                </a:ext>
              </a:extLst>
            </p:cNvPr>
            <p:cNvGrpSpPr/>
            <p:nvPr/>
          </p:nvGrpSpPr>
          <p:grpSpPr>
            <a:xfrm>
              <a:off x="673100" y="4499681"/>
              <a:ext cx="2695434" cy="1647119"/>
              <a:chOff x="678452" y="4499681"/>
              <a:chExt cx="1794891" cy="1647119"/>
            </a:xfrm>
          </p:grpSpPr>
          <p:sp>
            <p:nvSpPr>
              <p:cNvPr id="24" name="ïṩḷiḋê">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lang="zh-CN" altLang="en-US" sz="1050" dirty="0">
                    <a:solidFill>
                      <a:schemeClr val="bg1"/>
                    </a:solidFill>
                    <a:cs typeface="+mn-ea"/>
                    <a:sym typeface="+mn-lt"/>
                  </a:rPr>
                  <a:t>请在此处输入合适的内容，或者复制文本后请在此处输入合适的内容，或者复制文本后</a:t>
                </a:r>
              </a:p>
              <a:p>
                <a:pPr algn="ctr" fontAlgn="base">
                  <a:lnSpc>
                    <a:spcPct val="150000"/>
                  </a:lnSpc>
                  <a:spcBef>
                    <a:spcPct val="0"/>
                  </a:spcBef>
                  <a:spcAft>
                    <a:spcPct val="0"/>
                  </a:spcAft>
                </a:pPr>
                <a:endParaRPr lang="zh-CN" altLang="en-US" sz="1050" dirty="0">
                  <a:solidFill>
                    <a:schemeClr val="bg1"/>
                  </a:solidFill>
                  <a:cs typeface="+mn-ea"/>
                  <a:sym typeface="+mn-lt"/>
                </a:endParaRPr>
              </a:p>
            </p:txBody>
          </p:sp>
          <p:sp>
            <p:nvSpPr>
              <p:cNvPr id="25" name="ís1îḍé">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1600" b="1" dirty="0">
                    <a:solidFill>
                      <a:schemeClr val="bg1"/>
                    </a:solidFill>
                  </a:rPr>
                  <a:t>输入文本</a:t>
                </a:r>
              </a:p>
            </p:txBody>
          </p:sp>
        </p:grpSp>
        <p:sp>
          <p:nvSpPr>
            <p:cNvPr id="8" name="ïŝḻiďé">
              <a:extLst>
                <a:ext uri="{FF2B5EF4-FFF2-40B4-BE49-F238E27FC236}">
                  <a16:creationId xmlns:a16="http://schemas.microsoft.com/office/drawing/2014/main" id="{8219EE87-05E2-48C4-92D5-96EB3A19BE56}"/>
                </a:ext>
              </a:extLst>
            </p:cNvPr>
            <p:cNvSpPr/>
            <p:nvPr/>
          </p:nvSpPr>
          <p:spPr>
            <a:xfrm>
              <a:off x="1849367" y="4086926"/>
              <a:ext cx="342900" cy="314168"/>
            </a:xfrm>
            <a:custGeom>
              <a:avLst/>
              <a:gdLst>
                <a:gd name="connsiteX0" fmla="*/ 289788 w 563219"/>
                <a:gd name="connsiteY0" fmla="*/ 288410 h 516027"/>
                <a:gd name="connsiteX1" fmla="*/ 498403 w 563219"/>
                <a:gd name="connsiteY1" fmla="*/ 304986 h 516027"/>
                <a:gd name="connsiteX2" fmla="*/ 443019 w 563219"/>
                <a:gd name="connsiteY2" fmla="*/ 491008 h 516027"/>
                <a:gd name="connsiteX3" fmla="*/ 234403 w 563219"/>
                <a:gd name="connsiteY3" fmla="*/ 485483 h 516027"/>
                <a:gd name="connsiteX4" fmla="*/ 154376 w 563219"/>
                <a:gd name="connsiteY4" fmla="*/ 232719 h 516027"/>
                <a:gd name="connsiteX5" fmla="*/ 256601 w 563219"/>
                <a:gd name="connsiteY5" fmla="*/ 260608 h 516027"/>
                <a:gd name="connsiteX6" fmla="*/ 206757 w 563219"/>
                <a:gd name="connsiteY6" fmla="*/ 452373 h 516027"/>
                <a:gd name="connsiteX7" fmla="*/ 0 w 563219"/>
                <a:gd name="connsiteY7" fmla="*/ 439466 h 516027"/>
                <a:gd name="connsiteX8" fmla="*/ 47997 w 563219"/>
                <a:gd name="connsiteY8" fmla="*/ 253232 h 516027"/>
                <a:gd name="connsiteX9" fmla="*/ 154376 w 563219"/>
                <a:gd name="connsiteY9" fmla="*/ 232719 h 516027"/>
                <a:gd name="connsiteX10" fmla="*/ 349008 w 563219"/>
                <a:gd name="connsiteY10" fmla="*/ 54302 h 516027"/>
                <a:gd name="connsiteX11" fmla="*/ 563219 w 563219"/>
                <a:gd name="connsiteY11" fmla="*/ 74573 h 516027"/>
                <a:gd name="connsiteX12" fmla="*/ 507820 w 563219"/>
                <a:gd name="connsiteY12" fmla="*/ 260700 h 516027"/>
                <a:gd name="connsiteX13" fmla="*/ 300995 w 563219"/>
                <a:gd name="connsiteY13" fmla="*/ 247800 h 516027"/>
                <a:gd name="connsiteX14" fmla="*/ 214742 w 563219"/>
                <a:gd name="connsiteY14" fmla="*/ 284 h 516027"/>
                <a:gd name="connsiteX15" fmla="*/ 321121 w 563219"/>
                <a:gd name="connsiteY15" fmla="*/ 26544 h 516027"/>
                <a:gd name="connsiteX16" fmla="*/ 273124 w 563219"/>
                <a:gd name="connsiteY16" fmla="*/ 220042 h 516027"/>
                <a:gd name="connsiteX17" fmla="*/ 64520 w 563219"/>
                <a:gd name="connsiteY17" fmla="*/ 205299 h 516027"/>
                <a:gd name="connsiteX18" fmla="*/ 112517 w 563219"/>
                <a:gd name="connsiteY18" fmla="*/ 26544 h 516027"/>
                <a:gd name="connsiteX19" fmla="*/ 214742 w 563219"/>
                <a:gd name="connsiteY19" fmla="*/ 284 h 51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63219" h="516027">
                  <a:moveTo>
                    <a:pt x="289788" y="288410"/>
                  </a:moveTo>
                  <a:cubicBezTo>
                    <a:pt x="341480" y="325246"/>
                    <a:pt x="431942" y="330771"/>
                    <a:pt x="498403" y="304986"/>
                  </a:cubicBezTo>
                  <a:lnTo>
                    <a:pt x="443019" y="491008"/>
                  </a:lnTo>
                  <a:cubicBezTo>
                    <a:pt x="389480" y="527844"/>
                    <a:pt x="284249" y="522319"/>
                    <a:pt x="234403" y="485483"/>
                  </a:cubicBezTo>
                  <a:close/>
                  <a:moveTo>
                    <a:pt x="154376" y="232719"/>
                  </a:moveTo>
                  <a:cubicBezTo>
                    <a:pt x="193835" y="234793"/>
                    <a:pt x="232602" y="244935"/>
                    <a:pt x="256601" y="260608"/>
                  </a:cubicBezTo>
                  <a:lnTo>
                    <a:pt x="206757" y="452373"/>
                  </a:lnTo>
                  <a:cubicBezTo>
                    <a:pt x="145838" y="424715"/>
                    <a:pt x="68304" y="406276"/>
                    <a:pt x="0" y="439466"/>
                  </a:cubicBezTo>
                  <a:cubicBezTo>
                    <a:pt x="0" y="439466"/>
                    <a:pt x="31383" y="314081"/>
                    <a:pt x="47997" y="253232"/>
                  </a:cubicBezTo>
                  <a:cubicBezTo>
                    <a:pt x="74765" y="236637"/>
                    <a:pt x="114917" y="230644"/>
                    <a:pt x="154376" y="232719"/>
                  </a:cubicBezTo>
                  <a:close/>
                  <a:moveTo>
                    <a:pt x="349008" y="54302"/>
                  </a:moveTo>
                  <a:cubicBezTo>
                    <a:pt x="402561" y="85630"/>
                    <a:pt x="494893" y="94844"/>
                    <a:pt x="563219" y="74573"/>
                  </a:cubicBezTo>
                  <a:lnTo>
                    <a:pt x="507820" y="260700"/>
                  </a:lnTo>
                  <a:cubicBezTo>
                    <a:pt x="450574" y="290185"/>
                    <a:pt x="341622" y="288342"/>
                    <a:pt x="300995" y="247800"/>
                  </a:cubicBezTo>
                  <a:close/>
                  <a:moveTo>
                    <a:pt x="214742" y="284"/>
                  </a:moveTo>
                  <a:cubicBezTo>
                    <a:pt x="253279" y="2127"/>
                    <a:pt x="292508" y="12723"/>
                    <a:pt x="321121" y="26544"/>
                  </a:cubicBezTo>
                  <a:lnTo>
                    <a:pt x="273124" y="220042"/>
                  </a:lnTo>
                  <a:cubicBezTo>
                    <a:pt x="214050" y="194242"/>
                    <a:pt x="134670" y="183185"/>
                    <a:pt x="64520" y="205299"/>
                  </a:cubicBezTo>
                  <a:cubicBezTo>
                    <a:pt x="79288" y="142643"/>
                    <a:pt x="112517" y="26544"/>
                    <a:pt x="112517" y="26544"/>
                  </a:cubicBezTo>
                  <a:cubicBezTo>
                    <a:pt x="138362" y="5352"/>
                    <a:pt x="176206" y="-1559"/>
                    <a:pt x="214742" y="2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9" name="iSḻïdê">
              <a:extLst>
                <a:ext uri="{FF2B5EF4-FFF2-40B4-BE49-F238E27FC236}">
                  <a16:creationId xmlns:a16="http://schemas.microsoft.com/office/drawing/2014/main" id="{5703948E-59A8-4861-8A16-A4F45E4A27A1}"/>
                </a:ext>
              </a:extLst>
            </p:cNvPr>
            <p:cNvSpPr/>
            <p:nvPr/>
          </p:nvSpPr>
          <p:spPr>
            <a:xfrm>
              <a:off x="3389890" y="3990975"/>
              <a:ext cx="2695434" cy="2249488"/>
            </a:xfrm>
            <a:prstGeom prst="rect">
              <a:avLst/>
            </a:prstGeom>
            <a:solidFill>
              <a:schemeClr val="accent2">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10" name="îṩļîḋê">
              <a:extLst>
                <a:ext uri="{FF2B5EF4-FFF2-40B4-BE49-F238E27FC236}">
                  <a16:creationId xmlns:a16="http://schemas.microsoft.com/office/drawing/2014/main" id="{F132E240-ADEC-45A3-988E-5DB3DE971507}"/>
                </a:ext>
              </a:extLst>
            </p:cNvPr>
            <p:cNvGrpSpPr/>
            <p:nvPr/>
          </p:nvGrpSpPr>
          <p:grpSpPr>
            <a:xfrm>
              <a:off x="3389890" y="4499681"/>
              <a:ext cx="2695434" cy="1647119"/>
              <a:chOff x="678452" y="4499681"/>
              <a:chExt cx="1794891" cy="1647119"/>
            </a:xfrm>
          </p:grpSpPr>
          <p:sp>
            <p:nvSpPr>
              <p:cNvPr id="22" name="iśļíḑe">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lang="zh-CN" altLang="en-US" sz="1050" dirty="0">
                    <a:solidFill>
                      <a:schemeClr val="bg1"/>
                    </a:solidFill>
                    <a:cs typeface="+mn-ea"/>
                    <a:sym typeface="+mn-lt"/>
                  </a:rPr>
                  <a:t>请在此处输入合适的内容，或者复制文本后请在此处输入合适的内容，或者复制文本后</a:t>
                </a:r>
              </a:p>
              <a:p>
                <a:pPr algn="ctr" fontAlgn="base">
                  <a:lnSpc>
                    <a:spcPct val="150000"/>
                  </a:lnSpc>
                  <a:spcBef>
                    <a:spcPct val="0"/>
                  </a:spcBef>
                  <a:spcAft>
                    <a:spcPct val="0"/>
                  </a:spcAft>
                </a:pPr>
                <a:endParaRPr lang="zh-CN" altLang="en-US" sz="1050" dirty="0">
                  <a:solidFill>
                    <a:schemeClr val="bg1"/>
                  </a:solidFill>
                  <a:cs typeface="+mn-ea"/>
                  <a:sym typeface="+mn-lt"/>
                </a:endParaRPr>
              </a:p>
            </p:txBody>
          </p:sp>
          <p:sp>
            <p:nvSpPr>
              <p:cNvPr id="23" name="îSlîḑè">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1600" b="1" dirty="0">
                    <a:solidFill>
                      <a:schemeClr val="bg1"/>
                    </a:solidFill>
                  </a:rPr>
                  <a:t>输入文本</a:t>
                </a:r>
              </a:p>
            </p:txBody>
          </p:sp>
        </p:grpSp>
        <p:sp>
          <p:nvSpPr>
            <p:cNvPr id="11" name="îšlîḑe">
              <a:extLst>
                <a:ext uri="{FF2B5EF4-FFF2-40B4-BE49-F238E27FC236}">
                  <a16:creationId xmlns:a16="http://schemas.microsoft.com/office/drawing/2014/main" id="{9E46D003-5648-4AA7-BE5E-FDF58E80B658}"/>
                </a:ext>
              </a:extLst>
            </p:cNvPr>
            <p:cNvSpPr/>
            <p:nvPr/>
          </p:nvSpPr>
          <p:spPr>
            <a:xfrm>
              <a:off x="4567508" y="4092810"/>
              <a:ext cx="342900" cy="302399"/>
            </a:xfrm>
            <a:custGeom>
              <a:avLst/>
              <a:gdLst>
                <a:gd name="T0" fmla="*/ 400 w 530"/>
                <a:gd name="T1" fmla="*/ 235 h 468"/>
                <a:gd name="T2" fmla="*/ 385 w 530"/>
                <a:gd name="T3" fmla="*/ 205 h 468"/>
                <a:gd name="T4" fmla="*/ 342 w 530"/>
                <a:gd name="T5" fmla="*/ 147 h 468"/>
                <a:gd name="T6" fmla="*/ 284 w 530"/>
                <a:gd name="T7" fmla="*/ 157 h 468"/>
                <a:gd name="T8" fmla="*/ 253 w 530"/>
                <a:gd name="T9" fmla="*/ 168 h 468"/>
                <a:gd name="T10" fmla="*/ 258 w 530"/>
                <a:gd name="T11" fmla="*/ 125 h 468"/>
                <a:gd name="T12" fmla="*/ 217 w 530"/>
                <a:gd name="T13" fmla="*/ 86 h 468"/>
                <a:gd name="T14" fmla="*/ 173 w 530"/>
                <a:gd name="T15" fmla="*/ 96 h 468"/>
                <a:gd name="T16" fmla="*/ 10 w 530"/>
                <a:gd name="T17" fmla="*/ 262 h 468"/>
                <a:gd name="T18" fmla="*/ 0 w 530"/>
                <a:gd name="T19" fmla="*/ 318 h 468"/>
                <a:gd name="T20" fmla="*/ 63 w 530"/>
                <a:gd name="T21" fmla="*/ 414 h 468"/>
                <a:gd name="T22" fmla="*/ 303 w 530"/>
                <a:gd name="T23" fmla="*/ 445 h 468"/>
                <a:gd name="T24" fmla="*/ 431 w 530"/>
                <a:gd name="T25" fmla="*/ 361 h 468"/>
                <a:gd name="T26" fmla="*/ 400 w 530"/>
                <a:gd name="T27" fmla="*/ 235 h 468"/>
                <a:gd name="T28" fmla="*/ 349 w 530"/>
                <a:gd name="T29" fmla="*/ 351 h 468"/>
                <a:gd name="T30" fmla="*/ 288 w 530"/>
                <a:gd name="T31" fmla="*/ 399 h 468"/>
                <a:gd name="T32" fmla="*/ 120 w 530"/>
                <a:gd name="T33" fmla="*/ 406 h 468"/>
                <a:gd name="T34" fmla="*/ 85 w 530"/>
                <a:gd name="T35" fmla="*/ 386 h 468"/>
                <a:gd name="T36" fmla="*/ 74 w 530"/>
                <a:gd name="T37" fmla="*/ 270 h 468"/>
                <a:gd name="T38" fmla="*/ 188 w 530"/>
                <a:gd name="T39" fmla="*/ 214 h 468"/>
                <a:gd name="T40" fmla="*/ 219 w 530"/>
                <a:gd name="T41" fmla="*/ 212 h 468"/>
                <a:gd name="T42" fmla="*/ 341 w 530"/>
                <a:gd name="T43" fmla="*/ 256 h 468"/>
                <a:gd name="T44" fmla="*/ 349 w 530"/>
                <a:gd name="T45" fmla="*/ 351 h 468"/>
                <a:gd name="T46" fmla="*/ 530 w 530"/>
                <a:gd name="T47" fmla="*/ 154 h 468"/>
                <a:gd name="T48" fmla="*/ 513 w 530"/>
                <a:gd name="T49" fmla="*/ 178 h 468"/>
                <a:gd name="T50" fmla="*/ 492 w 530"/>
                <a:gd name="T51" fmla="*/ 155 h 468"/>
                <a:gd name="T52" fmla="*/ 375 w 530"/>
                <a:gd name="T53" fmla="*/ 38 h 468"/>
                <a:gd name="T54" fmla="*/ 352 w 530"/>
                <a:gd name="T55" fmla="*/ 18 h 468"/>
                <a:gd name="T56" fmla="*/ 377 w 530"/>
                <a:gd name="T57" fmla="*/ 0 h 468"/>
                <a:gd name="T58" fmla="*/ 530 w 530"/>
                <a:gd name="T59" fmla="*/ 154 h 468"/>
                <a:gd name="T60" fmla="*/ 455 w 530"/>
                <a:gd name="T61" fmla="*/ 152 h 468"/>
                <a:gd name="T62" fmla="*/ 443 w 530"/>
                <a:gd name="T63" fmla="*/ 178 h 468"/>
                <a:gd name="T64" fmla="*/ 419 w 530"/>
                <a:gd name="T65" fmla="*/ 163 h 468"/>
                <a:gd name="T66" fmla="*/ 366 w 530"/>
                <a:gd name="T67" fmla="*/ 111 h 468"/>
                <a:gd name="T68" fmla="*/ 351 w 530"/>
                <a:gd name="T69" fmla="*/ 90 h 468"/>
                <a:gd name="T70" fmla="*/ 373 w 530"/>
                <a:gd name="T71" fmla="*/ 74 h 468"/>
                <a:gd name="T72" fmla="*/ 391 w 530"/>
                <a:gd name="T73" fmla="*/ 80 h 468"/>
                <a:gd name="T74" fmla="*/ 455 w 530"/>
                <a:gd name="T75" fmla="*/ 152 h 468"/>
                <a:gd name="T76" fmla="*/ 233 w 530"/>
                <a:gd name="T77" fmla="*/ 351 h 468"/>
                <a:gd name="T78" fmla="*/ 151 w 530"/>
                <a:gd name="T79" fmla="*/ 368 h 468"/>
                <a:gd name="T80" fmla="*/ 138 w 530"/>
                <a:gd name="T81" fmla="*/ 286 h 468"/>
                <a:gd name="T82" fmla="*/ 189 w 530"/>
                <a:gd name="T83" fmla="*/ 266 h 468"/>
                <a:gd name="T84" fmla="*/ 214 w 530"/>
                <a:gd name="T85" fmla="*/ 272 h 468"/>
                <a:gd name="T86" fmla="*/ 233 w 530"/>
                <a:gd name="T87" fmla="*/ 35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30" h="468">
                  <a:moveTo>
                    <a:pt x="400" y="235"/>
                  </a:moveTo>
                  <a:cubicBezTo>
                    <a:pt x="380" y="226"/>
                    <a:pt x="380" y="226"/>
                    <a:pt x="385" y="205"/>
                  </a:cubicBezTo>
                  <a:cubicBezTo>
                    <a:pt x="394" y="170"/>
                    <a:pt x="378" y="147"/>
                    <a:pt x="342" y="147"/>
                  </a:cubicBezTo>
                  <a:cubicBezTo>
                    <a:pt x="323" y="147"/>
                    <a:pt x="303" y="153"/>
                    <a:pt x="284" y="157"/>
                  </a:cubicBezTo>
                  <a:cubicBezTo>
                    <a:pt x="274" y="159"/>
                    <a:pt x="265" y="163"/>
                    <a:pt x="253" y="168"/>
                  </a:cubicBezTo>
                  <a:cubicBezTo>
                    <a:pt x="255" y="151"/>
                    <a:pt x="257" y="138"/>
                    <a:pt x="258" y="125"/>
                  </a:cubicBezTo>
                  <a:cubicBezTo>
                    <a:pt x="258" y="100"/>
                    <a:pt x="242" y="84"/>
                    <a:pt x="217" y="86"/>
                  </a:cubicBezTo>
                  <a:cubicBezTo>
                    <a:pt x="202" y="87"/>
                    <a:pt x="186" y="90"/>
                    <a:pt x="173" y="96"/>
                  </a:cubicBezTo>
                  <a:cubicBezTo>
                    <a:pt x="98" y="131"/>
                    <a:pt x="43" y="186"/>
                    <a:pt x="10" y="262"/>
                  </a:cubicBezTo>
                  <a:cubicBezTo>
                    <a:pt x="2" y="279"/>
                    <a:pt x="0" y="299"/>
                    <a:pt x="0" y="318"/>
                  </a:cubicBezTo>
                  <a:cubicBezTo>
                    <a:pt x="1" y="362"/>
                    <a:pt x="28" y="392"/>
                    <a:pt x="63" y="414"/>
                  </a:cubicBezTo>
                  <a:cubicBezTo>
                    <a:pt x="138" y="460"/>
                    <a:pt x="219" y="468"/>
                    <a:pt x="303" y="445"/>
                  </a:cubicBezTo>
                  <a:cubicBezTo>
                    <a:pt x="355" y="431"/>
                    <a:pt x="399" y="405"/>
                    <a:pt x="431" y="361"/>
                  </a:cubicBezTo>
                  <a:cubicBezTo>
                    <a:pt x="469" y="310"/>
                    <a:pt x="456" y="258"/>
                    <a:pt x="400" y="235"/>
                  </a:cubicBezTo>
                  <a:close/>
                  <a:moveTo>
                    <a:pt x="349" y="351"/>
                  </a:moveTo>
                  <a:cubicBezTo>
                    <a:pt x="333" y="374"/>
                    <a:pt x="312" y="389"/>
                    <a:pt x="288" y="399"/>
                  </a:cubicBezTo>
                  <a:cubicBezTo>
                    <a:pt x="233" y="423"/>
                    <a:pt x="177" y="427"/>
                    <a:pt x="120" y="406"/>
                  </a:cubicBezTo>
                  <a:cubicBezTo>
                    <a:pt x="108" y="401"/>
                    <a:pt x="96" y="394"/>
                    <a:pt x="85" y="386"/>
                  </a:cubicBezTo>
                  <a:cubicBezTo>
                    <a:pt x="44" y="356"/>
                    <a:pt x="40" y="307"/>
                    <a:pt x="74" y="270"/>
                  </a:cubicBezTo>
                  <a:cubicBezTo>
                    <a:pt x="105" y="236"/>
                    <a:pt x="144" y="221"/>
                    <a:pt x="188" y="214"/>
                  </a:cubicBezTo>
                  <a:cubicBezTo>
                    <a:pt x="199" y="213"/>
                    <a:pt x="210" y="212"/>
                    <a:pt x="219" y="212"/>
                  </a:cubicBezTo>
                  <a:cubicBezTo>
                    <a:pt x="265" y="213"/>
                    <a:pt x="308" y="222"/>
                    <a:pt x="341" y="256"/>
                  </a:cubicBezTo>
                  <a:cubicBezTo>
                    <a:pt x="369" y="283"/>
                    <a:pt x="371" y="319"/>
                    <a:pt x="349" y="351"/>
                  </a:cubicBezTo>
                  <a:close/>
                  <a:moveTo>
                    <a:pt x="530" y="154"/>
                  </a:moveTo>
                  <a:cubicBezTo>
                    <a:pt x="530" y="169"/>
                    <a:pt x="524" y="177"/>
                    <a:pt x="513" y="178"/>
                  </a:cubicBezTo>
                  <a:cubicBezTo>
                    <a:pt x="501" y="179"/>
                    <a:pt x="493" y="170"/>
                    <a:pt x="492" y="155"/>
                  </a:cubicBezTo>
                  <a:cubicBezTo>
                    <a:pt x="489" y="90"/>
                    <a:pt x="441" y="41"/>
                    <a:pt x="375" y="38"/>
                  </a:cubicBezTo>
                  <a:cubicBezTo>
                    <a:pt x="359" y="37"/>
                    <a:pt x="351" y="30"/>
                    <a:pt x="352" y="18"/>
                  </a:cubicBezTo>
                  <a:cubicBezTo>
                    <a:pt x="352" y="6"/>
                    <a:pt x="361" y="0"/>
                    <a:pt x="377" y="0"/>
                  </a:cubicBezTo>
                  <a:cubicBezTo>
                    <a:pt x="461" y="5"/>
                    <a:pt x="527" y="71"/>
                    <a:pt x="530" y="154"/>
                  </a:cubicBezTo>
                  <a:close/>
                  <a:moveTo>
                    <a:pt x="455" y="152"/>
                  </a:moveTo>
                  <a:cubicBezTo>
                    <a:pt x="458" y="166"/>
                    <a:pt x="453" y="175"/>
                    <a:pt x="443" y="178"/>
                  </a:cubicBezTo>
                  <a:cubicBezTo>
                    <a:pt x="431" y="181"/>
                    <a:pt x="422" y="176"/>
                    <a:pt x="419" y="163"/>
                  </a:cubicBezTo>
                  <a:cubicBezTo>
                    <a:pt x="411" y="135"/>
                    <a:pt x="394" y="118"/>
                    <a:pt x="366" y="111"/>
                  </a:cubicBezTo>
                  <a:cubicBezTo>
                    <a:pt x="355" y="108"/>
                    <a:pt x="350" y="101"/>
                    <a:pt x="351" y="90"/>
                  </a:cubicBezTo>
                  <a:cubicBezTo>
                    <a:pt x="352" y="80"/>
                    <a:pt x="359" y="74"/>
                    <a:pt x="373" y="74"/>
                  </a:cubicBezTo>
                  <a:cubicBezTo>
                    <a:pt x="377" y="75"/>
                    <a:pt x="384" y="77"/>
                    <a:pt x="391" y="80"/>
                  </a:cubicBezTo>
                  <a:cubicBezTo>
                    <a:pt x="424" y="94"/>
                    <a:pt x="445" y="118"/>
                    <a:pt x="455" y="152"/>
                  </a:cubicBezTo>
                  <a:close/>
                  <a:moveTo>
                    <a:pt x="233" y="351"/>
                  </a:moveTo>
                  <a:cubicBezTo>
                    <a:pt x="213" y="373"/>
                    <a:pt x="178" y="381"/>
                    <a:pt x="151" y="368"/>
                  </a:cubicBezTo>
                  <a:cubicBezTo>
                    <a:pt x="116" y="352"/>
                    <a:pt x="110" y="312"/>
                    <a:pt x="138" y="286"/>
                  </a:cubicBezTo>
                  <a:cubicBezTo>
                    <a:pt x="153" y="273"/>
                    <a:pt x="170" y="267"/>
                    <a:pt x="189" y="266"/>
                  </a:cubicBezTo>
                  <a:cubicBezTo>
                    <a:pt x="197" y="268"/>
                    <a:pt x="206" y="269"/>
                    <a:pt x="214" y="272"/>
                  </a:cubicBezTo>
                  <a:cubicBezTo>
                    <a:pt x="249" y="284"/>
                    <a:pt x="258" y="324"/>
                    <a:pt x="233" y="35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12" name="íṡ1îďé">
              <a:extLst>
                <a:ext uri="{FF2B5EF4-FFF2-40B4-BE49-F238E27FC236}">
                  <a16:creationId xmlns:a16="http://schemas.microsoft.com/office/drawing/2014/main" id="{3014216C-E147-4B2A-AF48-218B1BCA1DD9}"/>
                </a:ext>
              </a:extLst>
            </p:cNvPr>
            <p:cNvSpPr/>
            <p:nvPr/>
          </p:nvSpPr>
          <p:spPr>
            <a:xfrm>
              <a:off x="6106678" y="3990975"/>
              <a:ext cx="2695434" cy="2249488"/>
            </a:xfrm>
            <a:prstGeom prst="rect">
              <a:avLst/>
            </a:prstGeom>
            <a:solidFill>
              <a:schemeClr val="accent1">
                <a:lumMod val="100000"/>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13" name="î$ḻíḑè">
              <a:extLst>
                <a:ext uri="{FF2B5EF4-FFF2-40B4-BE49-F238E27FC236}">
                  <a16:creationId xmlns:a16="http://schemas.microsoft.com/office/drawing/2014/main" id="{79506ED5-C9DE-40D8-86A0-95383B67396A}"/>
                </a:ext>
              </a:extLst>
            </p:cNvPr>
            <p:cNvGrpSpPr/>
            <p:nvPr/>
          </p:nvGrpSpPr>
          <p:grpSpPr>
            <a:xfrm>
              <a:off x="6106678" y="4499681"/>
              <a:ext cx="2695434" cy="1647119"/>
              <a:chOff x="678452" y="4499681"/>
              <a:chExt cx="1794891" cy="1647119"/>
            </a:xfrm>
          </p:grpSpPr>
          <p:sp>
            <p:nvSpPr>
              <p:cNvPr id="20" name="íŝľïḍe">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lang="zh-CN" altLang="en-US" sz="1050" dirty="0">
                    <a:solidFill>
                      <a:schemeClr val="bg1"/>
                    </a:solidFill>
                    <a:cs typeface="+mn-ea"/>
                    <a:sym typeface="+mn-lt"/>
                  </a:rPr>
                  <a:t>请在此处输入合适的内容，或者复制文本后请在此处输入合适的内容，或者复制文本后</a:t>
                </a:r>
              </a:p>
              <a:p>
                <a:pPr algn="ctr" fontAlgn="base">
                  <a:lnSpc>
                    <a:spcPct val="150000"/>
                  </a:lnSpc>
                  <a:spcBef>
                    <a:spcPct val="0"/>
                  </a:spcBef>
                  <a:spcAft>
                    <a:spcPct val="0"/>
                  </a:spcAft>
                </a:pPr>
                <a:endParaRPr lang="zh-CN" altLang="en-US" sz="1050" dirty="0">
                  <a:solidFill>
                    <a:schemeClr val="bg1"/>
                  </a:solidFill>
                  <a:cs typeface="+mn-ea"/>
                  <a:sym typeface="+mn-lt"/>
                </a:endParaRPr>
              </a:p>
            </p:txBody>
          </p:sp>
          <p:sp>
            <p:nvSpPr>
              <p:cNvPr id="21" name="îśḻíḑé">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1600" b="1" dirty="0">
                    <a:solidFill>
                      <a:schemeClr val="bg1"/>
                    </a:solidFill>
                  </a:rPr>
                  <a:t>输入文本</a:t>
                </a:r>
              </a:p>
            </p:txBody>
          </p:sp>
        </p:grpSp>
        <p:sp>
          <p:nvSpPr>
            <p:cNvPr id="14" name="îŝľîḋè">
              <a:extLst>
                <a:ext uri="{FF2B5EF4-FFF2-40B4-BE49-F238E27FC236}">
                  <a16:creationId xmlns:a16="http://schemas.microsoft.com/office/drawing/2014/main" id="{14F5DC04-5A67-4278-A868-09E8397C49F4}"/>
                </a:ext>
              </a:extLst>
            </p:cNvPr>
            <p:cNvSpPr/>
            <p:nvPr/>
          </p:nvSpPr>
          <p:spPr>
            <a:xfrm>
              <a:off x="7285649" y="4072560"/>
              <a:ext cx="338842" cy="342900"/>
            </a:xfrm>
            <a:custGeom>
              <a:avLst/>
              <a:gdLst>
                <a:gd name="T0" fmla="*/ 3769 w 3866"/>
                <a:gd name="T1" fmla="*/ 2328 h 3918"/>
                <a:gd name="T2" fmla="*/ 3803 w 3866"/>
                <a:gd name="T3" fmla="*/ 1978 h 3918"/>
                <a:gd name="T4" fmla="*/ 1952 w 3866"/>
                <a:gd name="T5" fmla="*/ 127 h 3918"/>
                <a:gd name="T6" fmla="*/ 1687 w 3866"/>
                <a:gd name="T7" fmla="*/ 146 h 3918"/>
                <a:gd name="T8" fmla="*/ 1131 w 3866"/>
                <a:gd name="T9" fmla="*/ 0 h 3918"/>
                <a:gd name="T10" fmla="*/ 0 w 3866"/>
                <a:gd name="T11" fmla="*/ 1131 h 3918"/>
                <a:gd name="T12" fmla="*/ 129 w 3866"/>
                <a:gd name="T13" fmla="*/ 1657 h 3918"/>
                <a:gd name="T14" fmla="*/ 101 w 3866"/>
                <a:gd name="T15" fmla="*/ 1978 h 3918"/>
                <a:gd name="T16" fmla="*/ 1952 w 3866"/>
                <a:gd name="T17" fmla="*/ 3828 h 3918"/>
                <a:gd name="T18" fmla="*/ 2244 w 3866"/>
                <a:gd name="T19" fmla="*/ 3805 h 3918"/>
                <a:gd name="T20" fmla="*/ 2735 w 3866"/>
                <a:gd name="T21" fmla="*/ 3918 h 3918"/>
                <a:gd name="T22" fmla="*/ 3866 w 3866"/>
                <a:gd name="T23" fmla="*/ 2786 h 3918"/>
                <a:gd name="T24" fmla="*/ 3769 w 3866"/>
                <a:gd name="T25" fmla="*/ 2328 h 3918"/>
                <a:gd name="T26" fmla="*/ 1895 w 3866"/>
                <a:gd name="T27" fmla="*/ 1706 h 3918"/>
                <a:gd name="T28" fmla="*/ 1972 w 3866"/>
                <a:gd name="T29" fmla="*/ 1731 h 3918"/>
                <a:gd name="T30" fmla="*/ 2077 w 3866"/>
                <a:gd name="T31" fmla="*/ 1765 h 3918"/>
                <a:gd name="T32" fmla="*/ 2494 w 3866"/>
                <a:gd name="T33" fmla="*/ 1943 h 3918"/>
                <a:gd name="T34" fmla="*/ 2737 w 3866"/>
                <a:gd name="T35" fmla="*/ 2425 h 3918"/>
                <a:gd name="T36" fmla="*/ 2502 w 3866"/>
                <a:gd name="T37" fmla="*/ 2889 h 3918"/>
                <a:gd name="T38" fmla="*/ 1963 w 3866"/>
                <a:gd name="T39" fmla="*/ 3040 h 3918"/>
                <a:gd name="T40" fmla="*/ 1125 w 3866"/>
                <a:gd name="T41" fmla="*/ 2542 h 3918"/>
                <a:gd name="T42" fmla="*/ 1264 w 3866"/>
                <a:gd name="T43" fmla="*/ 2296 h 3918"/>
                <a:gd name="T44" fmla="*/ 1510 w 3866"/>
                <a:gd name="T45" fmla="*/ 2435 h 3918"/>
                <a:gd name="T46" fmla="*/ 1963 w 3866"/>
                <a:gd name="T47" fmla="*/ 2640 h 3918"/>
                <a:gd name="T48" fmla="*/ 2337 w 3866"/>
                <a:gd name="T49" fmla="*/ 2425 h 3918"/>
                <a:gd name="T50" fmla="*/ 1959 w 3866"/>
                <a:gd name="T51" fmla="*/ 2147 h 3918"/>
                <a:gd name="T52" fmla="*/ 1846 w 3866"/>
                <a:gd name="T53" fmla="*/ 2111 h 3918"/>
                <a:gd name="T54" fmla="*/ 1771 w 3866"/>
                <a:gd name="T55" fmla="*/ 2087 h 3918"/>
                <a:gd name="T56" fmla="*/ 1363 w 3866"/>
                <a:gd name="T57" fmla="*/ 1911 h 3918"/>
                <a:gd name="T58" fmla="*/ 1138 w 3866"/>
                <a:gd name="T59" fmla="*/ 1467 h 3918"/>
                <a:gd name="T60" fmla="*/ 1956 w 3866"/>
                <a:gd name="T61" fmla="*/ 877 h 3918"/>
                <a:gd name="T62" fmla="*/ 2722 w 3866"/>
                <a:gd name="T63" fmla="*/ 1248 h 3918"/>
                <a:gd name="T64" fmla="*/ 2647 w 3866"/>
                <a:gd name="T65" fmla="*/ 1520 h 3918"/>
                <a:gd name="T66" fmla="*/ 2374 w 3866"/>
                <a:gd name="T67" fmla="*/ 1444 h 3918"/>
                <a:gd name="T68" fmla="*/ 1956 w 3866"/>
                <a:gd name="T69" fmla="*/ 1277 h 3918"/>
                <a:gd name="T70" fmla="*/ 1538 w 3866"/>
                <a:gd name="T71" fmla="*/ 1467 h 3918"/>
                <a:gd name="T72" fmla="*/ 1895 w 3866"/>
                <a:gd name="T73" fmla="*/ 1706 h 3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66" h="3918">
                  <a:moveTo>
                    <a:pt x="3769" y="2328"/>
                  </a:moveTo>
                  <a:cubicBezTo>
                    <a:pt x="3791" y="2212"/>
                    <a:pt x="3803" y="2095"/>
                    <a:pt x="3803" y="1978"/>
                  </a:cubicBezTo>
                  <a:cubicBezTo>
                    <a:pt x="3803" y="958"/>
                    <a:pt x="2972" y="127"/>
                    <a:pt x="1952" y="127"/>
                  </a:cubicBezTo>
                  <a:cubicBezTo>
                    <a:pt x="1864" y="127"/>
                    <a:pt x="1775" y="134"/>
                    <a:pt x="1687" y="146"/>
                  </a:cubicBezTo>
                  <a:cubicBezTo>
                    <a:pt x="1518" y="51"/>
                    <a:pt x="1326" y="0"/>
                    <a:pt x="1131" y="0"/>
                  </a:cubicBezTo>
                  <a:cubicBezTo>
                    <a:pt x="507" y="0"/>
                    <a:pt x="0" y="508"/>
                    <a:pt x="0" y="1131"/>
                  </a:cubicBezTo>
                  <a:cubicBezTo>
                    <a:pt x="0" y="1314"/>
                    <a:pt x="44" y="1495"/>
                    <a:pt x="129" y="1657"/>
                  </a:cubicBezTo>
                  <a:cubicBezTo>
                    <a:pt x="111" y="1763"/>
                    <a:pt x="101" y="1870"/>
                    <a:pt x="101" y="1978"/>
                  </a:cubicBezTo>
                  <a:cubicBezTo>
                    <a:pt x="101" y="2998"/>
                    <a:pt x="931" y="3828"/>
                    <a:pt x="1952" y="3828"/>
                  </a:cubicBezTo>
                  <a:cubicBezTo>
                    <a:pt x="2050" y="3828"/>
                    <a:pt x="2148" y="3821"/>
                    <a:pt x="2244" y="3805"/>
                  </a:cubicBezTo>
                  <a:cubicBezTo>
                    <a:pt x="2396" y="3879"/>
                    <a:pt x="2565" y="3918"/>
                    <a:pt x="2735" y="3918"/>
                  </a:cubicBezTo>
                  <a:cubicBezTo>
                    <a:pt x="3359" y="3918"/>
                    <a:pt x="3866" y="3410"/>
                    <a:pt x="3866" y="2786"/>
                  </a:cubicBezTo>
                  <a:cubicBezTo>
                    <a:pt x="3866" y="2627"/>
                    <a:pt x="3834" y="2472"/>
                    <a:pt x="3769" y="2328"/>
                  </a:cubicBezTo>
                  <a:close/>
                  <a:moveTo>
                    <a:pt x="1895" y="1706"/>
                  </a:moveTo>
                  <a:cubicBezTo>
                    <a:pt x="1920" y="1714"/>
                    <a:pt x="1946" y="1723"/>
                    <a:pt x="1972" y="1731"/>
                  </a:cubicBezTo>
                  <a:cubicBezTo>
                    <a:pt x="2006" y="1743"/>
                    <a:pt x="2042" y="1754"/>
                    <a:pt x="2077" y="1765"/>
                  </a:cubicBezTo>
                  <a:cubicBezTo>
                    <a:pt x="2222" y="1810"/>
                    <a:pt x="2372" y="1856"/>
                    <a:pt x="2494" y="1943"/>
                  </a:cubicBezTo>
                  <a:cubicBezTo>
                    <a:pt x="2655" y="2058"/>
                    <a:pt x="2737" y="2220"/>
                    <a:pt x="2737" y="2425"/>
                  </a:cubicBezTo>
                  <a:cubicBezTo>
                    <a:pt x="2737" y="2614"/>
                    <a:pt x="2654" y="2779"/>
                    <a:pt x="2502" y="2889"/>
                  </a:cubicBezTo>
                  <a:cubicBezTo>
                    <a:pt x="2367" y="2988"/>
                    <a:pt x="2180" y="3040"/>
                    <a:pt x="1963" y="3040"/>
                  </a:cubicBezTo>
                  <a:cubicBezTo>
                    <a:pt x="1313" y="3040"/>
                    <a:pt x="1157" y="2659"/>
                    <a:pt x="1125" y="2542"/>
                  </a:cubicBezTo>
                  <a:cubicBezTo>
                    <a:pt x="1095" y="2435"/>
                    <a:pt x="1158" y="2325"/>
                    <a:pt x="1264" y="2296"/>
                  </a:cubicBezTo>
                  <a:cubicBezTo>
                    <a:pt x="1371" y="2266"/>
                    <a:pt x="1481" y="2329"/>
                    <a:pt x="1510" y="2435"/>
                  </a:cubicBezTo>
                  <a:cubicBezTo>
                    <a:pt x="1546" y="2566"/>
                    <a:pt x="1711" y="2640"/>
                    <a:pt x="1963" y="2640"/>
                  </a:cubicBezTo>
                  <a:cubicBezTo>
                    <a:pt x="2075" y="2640"/>
                    <a:pt x="2337" y="2619"/>
                    <a:pt x="2337" y="2425"/>
                  </a:cubicBezTo>
                  <a:cubicBezTo>
                    <a:pt x="2337" y="2283"/>
                    <a:pt x="2261" y="2241"/>
                    <a:pt x="1959" y="2147"/>
                  </a:cubicBezTo>
                  <a:cubicBezTo>
                    <a:pt x="1922" y="2136"/>
                    <a:pt x="1884" y="2124"/>
                    <a:pt x="1846" y="2111"/>
                  </a:cubicBezTo>
                  <a:cubicBezTo>
                    <a:pt x="1821" y="2103"/>
                    <a:pt x="1796" y="2095"/>
                    <a:pt x="1771" y="2087"/>
                  </a:cubicBezTo>
                  <a:cubicBezTo>
                    <a:pt x="1619" y="2038"/>
                    <a:pt x="1476" y="1991"/>
                    <a:pt x="1363" y="1911"/>
                  </a:cubicBezTo>
                  <a:cubicBezTo>
                    <a:pt x="1214" y="1806"/>
                    <a:pt x="1138" y="1656"/>
                    <a:pt x="1138" y="1467"/>
                  </a:cubicBezTo>
                  <a:cubicBezTo>
                    <a:pt x="1138" y="1174"/>
                    <a:pt x="1419" y="877"/>
                    <a:pt x="1956" y="877"/>
                  </a:cubicBezTo>
                  <a:cubicBezTo>
                    <a:pt x="2417" y="877"/>
                    <a:pt x="2627" y="1079"/>
                    <a:pt x="2722" y="1248"/>
                  </a:cubicBezTo>
                  <a:cubicBezTo>
                    <a:pt x="2777" y="1344"/>
                    <a:pt x="2743" y="1466"/>
                    <a:pt x="2647" y="1520"/>
                  </a:cubicBezTo>
                  <a:cubicBezTo>
                    <a:pt x="2550" y="1574"/>
                    <a:pt x="2428" y="1540"/>
                    <a:pt x="2374" y="1444"/>
                  </a:cubicBezTo>
                  <a:cubicBezTo>
                    <a:pt x="2351" y="1403"/>
                    <a:pt x="2280" y="1277"/>
                    <a:pt x="1956" y="1277"/>
                  </a:cubicBezTo>
                  <a:cubicBezTo>
                    <a:pt x="1683" y="1277"/>
                    <a:pt x="1538" y="1387"/>
                    <a:pt x="1538" y="1467"/>
                  </a:cubicBezTo>
                  <a:cubicBezTo>
                    <a:pt x="1538" y="1569"/>
                    <a:pt x="1569" y="1601"/>
                    <a:pt x="1895" y="17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15" name="íṧ1îdê">
              <a:extLst>
                <a:ext uri="{FF2B5EF4-FFF2-40B4-BE49-F238E27FC236}">
                  <a16:creationId xmlns:a16="http://schemas.microsoft.com/office/drawing/2014/main" id="{3DDF1444-4631-4089-BDA0-056B741500D2}"/>
                </a:ext>
              </a:extLst>
            </p:cNvPr>
            <p:cNvSpPr/>
            <p:nvPr/>
          </p:nvSpPr>
          <p:spPr>
            <a:xfrm>
              <a:off x="8823466" y="3990975"/>
              <a:ext cx="2695434" cy="2249488"/>
            </a:xfrm>
            <a:prstGeom prst="rect">
              <a:avLst/>
            </a:prstGeom>
            <a:solidFill>
              <a:schemeClr val="accent2">
                <a:alpha val="70000"/>
              </a:schemeClr>
            </a:solidFill>
            <a:ln>
              <a:noFill/>
            </a:ln>
            <a:effectLst>
              <a:glow>
                <a:schemeClr val="accent1"/>
              </a:glow>
              <a:reflection endPos="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grpSp>
          <p:nvGrpSpPr>
            <p:cNvPr id="16" name="išḷïḑê">
              <a:extLst>
                <a:ext uri="{FF2B5EF4-FFF2-40B4-BE49-F238E27FC236}">
                  <a16:creationId xmlns:a16="http://schemas.microsoft.com/office/drawing/2014/main" id="{FE6E347E-AF71-48D2-AE56-C4330170E790}"/>
                </a:ext>
              </a:extLst>
            </p:cNvPr>
            <p:cNvGrpSpPr/>
            <p:nvPr/>
          </p:nvGrpSpPr>
          <p:grpSpPr>
            <a:xfrm>
              <a:off x="8823466" y="4499681"/>
              <a:ext cx="2695434" cy="1647119"/>
              <a:chOff x="678452" y="4499681"/>
              <a:chExt cx="1794891" cy="1647119"/>
            </a:xfrm>
          </p:grpSpPr>
          <p:sp>
            <p:nvSpPr>
              <p:cNvPr id="18" name="îsḷïḋê">
                <a:extLst>
                  <a:ext uri="{FF2B5EF4-FFF2-40B4-BE49-F238E27FC236}">
                    <a16:creationId xmlns:a16="http://schemas.microsoft.com/office/drawing/2014/main" id="{5B442BFD-625D-4358-9EB1-9FC021E283D5}"/>
                  </a:ext>
                </a:extLst>
              </p:cNvPr>
              <p:cNvSpPr txBox="1"/>
              <p:nvPr/>
            </p:nvSpPr>
            <p:spPr>
              <a:xfrm>
                <a:off x="678452" y="4839946"/>
                <a:ext cx="1794891" cy="1306854"/>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fontAlgn="base">
                  <a:lnSpc>
                    <a:spcPct val="150000"/>
                  </a:lnSpc>
                  <a:spcBef>
                    <a:spcPct val="0"/>
                  </a:spcBef>
                  <a:spcAft>
                    <a:spcPct val="0"/>
                  </a:spcAft>
                </a:pPr>
                <a:r>
                  <a:rPr lang="zh-CN" altLang="en-US" sz="1050" dirty="0">
                    <a:solidFill>
                      <a:schemeClr val="bg1"/>
                    </a:solidFill>
                    <a:cs typeface="+mn-ea"/>
                    <a:sym typeface="+mn-lt"/>
                  </a:rPr>
                  <a:t>请在此处输入合适的内容，或者复制文本后请在此处输入合适的内容，或者复制文本后</a:t>
                </a:r>
              </a:p>
              <a:p>
                <a:pPr algn="ctr" fontAlgn="base">
                  <a:lnSpc>
                    <a:spcPct val="150000"/>
                  </a:lnSpc>
                  <a:spcBef>
                    <a:spcPct val="0"/>
                  </a:spcBef>
                  <a:spcAft>
                    <a:spcPct val="0"/>
                  </a:spcAft>
                </a:pPr>
                <a:endParaRPr lang="zh-CN" altLang="en-US" sz="1050" dirty="0">
                  <a:solidFill>
                    <a:schemeClr val="bg1"/>
                  </a:solidFill>
                  <a:cs typeface="+mn-ea"/>
                  <a:sym typeface="+mn-lt"/>
                </a:endParaRPr>
              </a:p>
            </p:txBody>
          </p:sp>
          <p:sp>
            <p:nvSpPr>
              <p:cNvPr id="19" name="íSḷíḑê">
                <a:extLst>
                  <a:ext uri="{FF2B5EF4-FFF2-40B4-BE49-F238E27FC236}">
                    <a16:creationId xmlns:a16="http://schemas.microsoft.com/office/drawing/2014/main" id="{BA75AE6E-6DEE-409D-AD64-27C7023D9A62}"/>
                  </a:ext>
                </a:extLst>
              </p:cNvPr>
              <p:cNvSpPr txBox="1"/>
              <p:nvPr/>
            </p:nvSpPr>
            <p:spPr>
              <a:xfrm>
                <a:off x="678452" y="4499681"/>
                <a:ext cx="1794891"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1600" b="1" dirty="0">
                    <a:solidFill>
                      <a:schemeClr val="bg1"/>
                    </a:solidFill>
                  </a:rPr>
                  <a:t>输入文本</a:t>
                </a:r>
              </a:p>
            </p:txBody>
          </p:sp>
        </p:grpSp>
        <p:sp>
          <p:nvSpPr>
            <p:cNvPr id="17" name="íśḷiďé">
              <a:extLst>
                <a:ext uri="{FF2B5EF4-FFF2-40B4-BE49-F238E27FC236}">
                  <a16:creationId xmlns:a16="http://schemas.microsoft.com/office/drawing/2014/main" id="{02E333D0-D88A-40C6-8476-9772FFC97561}"/>
                </a:ext>
              </a:extLst>
            </p:cNvPr>
            <p:cNvSpPr/>
            <p:nvPr/>
          </p:nvSpPr>
          <p:spPr>
            <a:xfrm>
              <a:off x="9999733" y="4076756"/>
              <a:ext cx="342900" cy="334508"/>
            </a:xfrm>
            <a:custGeom>
              <a:avLst/>
              <a:gdLst>
                <a:gd name="T0" fmla="*/ 348 w 432"/>
                <a:gd name="T1" fmla="*/ 176 h 422"/>
                <a:gd name="T2" fmla="*/ 353 w 432"/>
                <a:gd name="T3" fmla="*/ 137 h 422"/>
                <a:gd name="T4" fmla="*/ 216 w 432"/>
                <a:gd name="T5" fmla="*/ 0 h 422"/>
                <a:gd name="T6" fmla="*/ 78 w 432"/>
                <a:gd name="T7" fmla="*/ 137 h 422"/>
                <a:gd name="T8" fmla="*/ 84 w 432"/>
                <a:gd name="T9" fmla="*/ 176 h 422"/>
                <a:gd name="T10" fmla="*/ 27 w 432"/>
                <a:gd name="T11" fmla="*/ 328 h 422"/>
                <a:gd name="T12" fmla="*/ 70 w 432"/>
                <a:gd name="T13" fmla="*/ 290 h 422"/>
                <a:gd name="T14" fmla="*/ 101 w 432"/>
                <a:gd name="T15" fmla="*/ 351 h 422"/>
                <a:gd name="T16" fmla="*/ 65 w 432"/>
                <a:gd name="T17" fmla="*/ 384 h 422"/>
                <a:gd name="T18" fmla="*/ 135 w 432"/>
                <a:gd name="T19" fmla="*/ 422 h 422"/>
                <a:gd name="T20" fmla="*/ 196 w 432"/>
                <a:gd name="T21" fmla="*/ 402 h 422"/>
                <a:gd name="T22" fmla="*/ 216 w 432"/>
                <a:gd name="T23" fmla="*/ 404 h 422"/>
                <a:gd name="T24" fmla="*/ 236 w 432"/>
                <a:gd name="T25" fmla="*/ 402 h 422"/>
                <a:gd name="T26" fmla="*/ 297 w 432"/>
                <a:gd name="T27" fmla="*/ 422 h 422"/>
                <a:gd name="T28" fmla="*/ 367 w 432"/>
                <a:gd name="T29" fmla="*/ 384 h 422"/>
                <a:gd name="T30" fmla="*/ 330 w 432"/>
                <a:gd name="T31" fmla="*/ 351 h 422"/>
                <a:gd name="T32" fmla="*/ 362 w 432"/>
                <a:gd name="T33" fmla="*/ 290 h 422"/>
                <a:gd name="T34" fmla="*/ 404 w 432"/>
                <a:gd name="T35" fmla="*/ 328 h 422"/>
                <a:gd name="T36" fmla="*/ 348 w 432"/>
                <a:gd name="T37" fmla="*/ 176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2" h="422">
                  <a:moveTo>
                    <a:pt x="348" y="176"/>
                  </a:moveTo>
                  <a:cubicBezTo>
                    <a:pt x="351" y="164"/>
                    <a:pt x="353" y="151"/>
                    <a:pt x="353" y="137"/>
                  </a:cubicBezTo>
                  <a:cubicBezTo>
                    <a:pt x="353" y="61"/>
                    <a:pt x="292" y="0"/>
                    <a:pt x="216" y="0"/>
                  </a:cubicBezTo>
                  <a:cubicBezTo>
                    <a:pt x="140" y="0"/>
                    <a:pt x="78" y="61"/>
                    <a:pt x="78" y="137"/>
                  </a:cubicBezTo>
                  <a:cubicBezTo>
                    <a:pt x="78" y="151"/>
                    <a:pt x="80" y="164"/>
                    <a:pt x="84" y="176"/>
                  </a:cubicBezTo>
                  <a:cubicBezTo>
                    <a:pt x="67" y="190"/>
                    <a:pt x="0" y="250"/>
                    <a:pt x="27" y="328"/>
                  </a:cubicBezTo>
                  <a:cubicBezTo>
                    <a:pt x="27" y="328"/>
                    <a:pt x="51" y="326"/>
                    <a:pt x="70" y="290"/>
                  </a:cubicBezTo>
                  <a:cubicBezTo>
                    <a:pt x="76" y="313"/>
                    <a:pt x="86" y="334"/>
                    <a:pt x="101" y="351"/>
                  </a:cubicBezTo>
                  <a:cubicBezTo>
                    <a:pt x="80" y="357"/>
                    <a:pt x="65" y="370"/>
                    <a:pt x="65" y="384"/>
                  </a:cubicBezTo>
                  <a:cubicBezTo>
                    <a:pt x="65" y="405"/>
                    <a:pt x="96" y="422"/>
                    <a:pt x="135" y="422"/>
                  </a:cubicBezTo>
                  <a:cubicBezTo>
                    <a:pt x="161" y="422"/>
                    <a:pt x="184" y="414"/>
                    <a:pt x="196" y="402"/>
                  </a:cubicBezTo>
                  <a:cubicBezTo>
                    <a:pt x="202" y="403"/>
                    <a:pt x="209" y="404"/>
                    <a:pt x="216" y="404"/>
                  </a:cubicBezTo>
                  <a:cubicBezTo>
                    <a:pt x="223" y="404"/>
                    <a:pt x="229" y="403"/>
                    <a:pt x="236" y="402"/>
                  </a:cubicBezTo>
                  <a:cubicBezTo>
                    <a:pt x="248" y="414"/>
                    <a:pt x="271" y="422"/>
                    <a:pt x="297" y="422"/>
                  </a:cubicBezTo>
                  <a:cubicBezTo>
                    <a:pt x="335" y="422"/>
                    <a:pt x="367" y="405"/>
                    <a:pt x="367" y="384"/>
                  </a:cubicBezTo>
                  <a:cubicBezTo>
                    <a:pt x="367" y="370"/>
                    <a:pt x="352" y="357"/>
                    <a:pt x="330" y="351"/>
                  </a:cubicBezTo>
                  <a:cubicBezTo>
                    <a:pt x="345" y="334"/>
                    <a:pt x="356" y="313"/>
                    <a:pt x="362" y="290"/>
                  </a:cubicBezTo>
                  <a:cubicBezTo>
                    <a:pt x="381" y="326"/>
                    <a:pt x="404" y="328"/>
                    <a:pt x="404" y="328"/>
                  </a:cubicBezTo>
                  <a:cubicBezTo>
                    <a:pt x="432" y="250"/>
                    <a:pt x="365" y="190"/>
                    <a:pt x="348" y="1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grpSp>
      <p:grpSp>
        <p:nvGrpSpPr>
          <p:cNvPr id="32" name="组合 31">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3"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34"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5" name="椭圆 34">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938327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2dc99b38-afce-47cf-9033-6572311cbda7"/>
          <p:cNvGrpSpPr>
            <a:grpSpLocks noChangeAspect="1"/>
          </p:cNvGrpSpPr>
          <p:nvPr/>
        </p:nvGrpSpPr>
        <p:grpSpPr>
          <a:xfrm>
            <a:off x="276002" y="0"/>
            <a:ext cx="11915998" cy="6858000"/>
            <a:chOff x="552004" y="0"/>
            <a:chExt cx="11639996" cy="6858000"/>
          </a:xfrm>
        </p:grpSpPr>
        <p:sp>
          <p:nvSpPr>
            <p:cNvPr id="67" name="矩形 66">
              <a:extLst>
                <a:ext uri="{FF2B5EF4-FFF2-40B4-BE49-F238E27FC236}">
                  <a16:creationId xmlns:a16="http://schemas.microsoft.com/office/drawing/2014/main" id="{DA3E3516-6DAC-F20F-9906-12208758AF7E}"/>
                </a:ext>
              </a:extLst>
            </p:cNvPr>
            <p:cNvSpPr/>
            <p:nvPr/>
          </p:nvSpPr>
          <p:spPr>
            <a:xfrm>
              <a:off x="5706979" y="0"/>
              <a:ext cx="6485021" cy="6858000"/>
            </a:xfrm>
            <a:prstGeom prst="rect">
              <a:avLst/>
            </a:prstGeom>
            <a:solidFill>
              <a:schemeClr val="accent1">
                <a:lumMod val="20000"/>
                <a:lumOff val="8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8" name="图表 67">
              <a:extLst>
                <a:ext uri="{FF2B5EF4-FFF2-40B4-BE49-F238E27FC236}">
                  <a16:creationId xmlns:a16="http://schemas.microsoft.com/office/drawing/2014/main" id="{2B0E78A8-AA1C-9F27-6ABB-E4AF0EAC078E}"/>
                </a:ext>
              </a:extLst>
            </p:cNvPr>
            <p:cNvGraphicFramePr/>
            <p:nvPr/>
          </p:nvGraphicFramePr>
          <p:xfrm>
            <a:off x="6096000" y="1666010"/>
            <a:ext cx="5422900" cy="4109302"/>
          </p:xfrm>
          <a:graphic>
            <a:graphicData uri="http://schemas.openxmlformats.org/drawingml/2006/chart">
              <c:chart xmlns:c="http://schemas.openxmlformats.org/drawingml/2006/chart" xmlns:r="http://schemas.openxmlformats.org/officeDocument/2006/relationships" r:id="rId3"/>
            </a:graphicData>
          </a:graphic>
        </p:graphicFrame>
        <p:sp>
          <p:nvSpPr>
            <p:cNvPr id="69" name="ïŝľîďe">
              <a:extLst>
                <a:ext uri="{FF2B5EF4-FFF2-40B4-BE49-F238E27FC236}">
                  <a16:creationId xmlns:a16="http://schemas.microsoft.com/office/drawing/2014/main" id="{AB25840B-6435-3479-9F54-EC914B4DCEBB}"/>
                </a:ext>
              </a:extLst>
            </p:cNvPr>
            <p:cNvSpPr/>
            <p:nvPr/>
          </p:nvSpPr>
          <p:spPr>
            <a:xfrm>
              <a:off x="660400" y="1561187"/>
              <a:ext cx="4759093" cy="523220"/>
            </a:xfrm>
            <a:prstGeom prst="rect">
              <a:avLst/>
            </a:prstGeom>
          </p:spPr>
          <p:txBody>
            <a:bodyPr anchor="b" anchorCtr="0">
              <a:spAutoFit/>
            </a:bodyPr>
            <a:lstStyle/>
            <a:p>
              <a:pPr>
                <a:buSzPct val="25000"/>
              </a:pPr>
              <a:r>
                <a:rPr lang="zh-CN" altLang="en-US" sz="2800" b="1" dirty="0">
                  <a:solidFill>
                    <a:schemeClr val="tx1">
                      <a:lumMod val="75000"/>
                      <a:lumOff val="25000"/>
                    </a:schemeClr>
                  </a:solidFill>
                </a:rPr>
                <a:t>输入您的文本</a:t>
              </a:r>
              <a:endParaRPr lang="en-US" altLang="zh-CN" sz="2800" b="1" dirty="0">
                <a:solidFill>
                  <a:schemeClr val="tx1">
                    <a:lumMod val="75000"/>
                    <a:lumOff val="25000"/>
                  </a:schemeClr>
                </a:solidFill>
              </a:endParaRPr>
            </a:p>
          </p:txBody>
        </p:sp>
        <p:grpSp>
          <p:nvGrpSpPr>
            <p:cNvPr id="70" name="组合 69">
              <a:extLst>
                <a:ext uri="{FF2B5EF4-FFF2-40B4-BE49-F238E27FC236}">
                  <a16:creationId xmlns:a16="http://schemas.microsoft.com/office/drawing/2014/main" id="{8B984625-6A1D-579F-BA0D-E1BFF5F90D55}"/>
                </a:ext>
              </a:extLst>
            </p:cNvPr>
            <p:cNvGrpSpPr/>
            <p:nvPr/>
          </p:nvGrpSpPr>
          <p:grpSpPr>
            <a:xfrm>
              <a:off x="552004" y="2294958"/>
              <a:ext cx="4867489" cy="4098818"/>
              <a:chOff x="6279940" y="2060584"/>
              <a:chExt cx="4381661" cy="3689712"/>
            </a:xfrm>
          </p:grpSpPr>
          <p:grpSp>
            <p:nvGrpSpPr>
              <p:cNvPr id="71" name="组合 70">
                <a:extLst>
                  <a:ext uri="{FF2B5EF4-FFF2-40B4-BE49-F238E27FC236}">
                    <a16:creationId xmlns:a16="http://schemas.microsoft.com/office/drawing/2014/main" id="{E33866FB-46AD-3630-E795-74CDF47EA505}"/>
                  </a:ext>
                </a:extLst>
              </p:cNvPr>
              <p:cNvGrpSpPr/>
              <p:nvPr/>
            </p:nvGrpSpPr>
            <p:grpSpPr>
              <a:xfrm>
                <a:off x="6279940" y="2060584"/>
                <a:ext cx="4381661" cy="1167917"/>
                <a:chOff x="6956616" y="3021721"/>
                <a:chExt cx="2239645" cy="765810"/>
              </a:xfrm>
            </p:grpSpPr>
            <p:graphicFrame>
              <p:nvGraphicFramePr>
                <p:cNvPr id="84" name="图表 83">
                  <a:extLst>
                    <a:ext uri="{FF2B5EF4-FFF2-40B4-BE49-F238E27FC236}">
                      <a16:creationId xmlns:a16="http://schemas.microsoft.com/office/drawing/2014/main" id="{43AAE025-EF05-AEAE-2331-5A9F0E8F22B5}"/>
                    </a:ext>
                  </a:extLst>
                </p:cNvPr>
                <p:cNvGraphicFramePr/>
                <p:nvPr>
                  <p:extLst>
                    <p:ext uri="{D42A27DB-BD31-4B8C-83A1-F6EECF244321}">
                      <p14:modId xmlns:p14="http://schemas.microsoft.com/office/powerpoint/2010/main" val="1777027222"/>
                    </p:ext>
                  </p:extLst>
                </p:nvPr>
              </p:nvGraphicFramePr>
              <p:xfrm>
                <a:off x="6956616" y="3021721"/>
                <a:ext cx="2239645" cy="765810"/>
              </p:xfrm>
              <a:graphic>
                <a:graphicData uri="http://schemas.openxmlformats.org/drawingml/2006/chart">
                  <c:chart xmlns:c="http://schemas.openxmlformats.org/drawingml/2006/chart" xmlns:r="http://schemas.openxmlformats.org/officeDocument/2006/relationships" r:id="rId4"/>
                </a:graphicData>
              </a:graphic>
            </p:graphicFrame>
            <p:sp>
              <p:nvSpPr>
                <p:cNvPr id="85" name="í$liḑè">
                  <a:extLst>
                    <a:ext uri="{FF2B5EF4-FFF2-40B4-BE49-F238E27FC236}">
                      <a16:creationId xmlns:a16="http://schemas.microsoft.com/office/drawing/2014/main" id="{E45C42A5-4795-937A-487F-626E30EB43F9}"/>
                    </a:ext>
                  </a:extLst>
                </p:cNvPr>
                <p:cNvSpPr/>
                <p:nvPr/>
              </p:nvSpPr>
              <p:spPr>
                <a:xfrm>
                  <a:off x="7000390" y="3068739"/>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lang="zh-CN" altLang="en-US" sz="1200" dirty="0">
                      <a:solidFill>
                        <a:schemeClr val="tx1"/>
                      </a:solidFill>
                    </a:rPr>
                    <a:t>输入文本</a:t>
                  </a:r>
                  <a:endParaRPr lang="en-US" altLang="zh-CN" sz="1200" dirty="0">
                    <a:solidFill>
                      <a:schemeClr val="tx1"/>
                    </a:solidFill>
                  </a:endParaRPr>
                </a:p>
              </p:txBody>
            </p:sp>
            <p:sp>
              <p:nvSpPr>
                <p:cNvPr id="86" name="í$liḑè">
                  <a:extLst>
                    <a:ext uri="{FF2B5EF4-FFF2-40B4-BE49-F238E27FC236}">
                      <a16:creationId xmlns:a16="http://schemas.microsoft.com/office/drawing/2014/main" id="{13689F43-9401-3712-2264-B38E5D12FB40}"/>
                    </a:ext>
                  </a:extLst>
                </p:cNvPr>
                <p:cNvSpPr/>
                <p:nvPr/>
              </p:nvSpPr>
              <p:spPr>
                <a:xfrm>
                  <a:off x="8708192" y="3075961"/>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lang="en-US" altLang="zh-CN" sz="1200" b="1" dirty="0">
                      <a:solidFill>
                        <a:schemeClr val="tx1"/>
                      </a:solidFill>
                    </a:rPr>
                    <a:t>40%</a:t>
                  </a:r>
                </a:p>
              </p:txBody>
            </p:sp>
          </p:grpSp>
          <p:grpSp>
            <p:nvGrpSpPr>
              <p:cNvPr id="72" name="组合 71">
                <a:extLst>
                  <a:ext uri="{FF2B5EF4-FFF2-40B4-BE49-F238E27FC236}">
                    <a16:creationId xmlns:a16="http://schemas.microsoft.com/office/drawing/2014/main" id="{22F31A2D-0B0D-1A6B-B866-23CE3955E0EE}"/>
                  </a:ext>
                </a:extLst>
              </p:cNvPr>
              <p:cNvGrpSpPr/>
              <p:nvPr/>
            </p:nvGrpSpPr>
            <p:grpSpPr>
              <a:xfrm>
                <a:off x="6279940" y="2901182"/>
                <a:ext cx="4381661" cy="1167917"/>
                <a:chOff x="6956616" y="3621796"/>
                <a:chExt cx="2239645" cy="765810"/>
              </a:xfrm>
            </p:grpSpPr>
            <p:graphicFrame>
              <p:nvGraphicFramePr>
                <p:cNvPr id="81" name="图表 80">
                  <a:extLst>
                    <a:ext uri="{FF2B5EF4-FFF2-40B4-BE49-F238E27FC236}">
                      <a16:creationId xmlns:a16="http://schemas.microsoft.com/office/drawing/2014/main" id="{9914C231-0FB0-BF77-CF5A-FB3407314BAF}"/>
                    </a:ext>
                  </a:extLst>
                </p:cNvPr>
                <p:cNvGraphicFramePr/>
                <p:nvPr>
                  <p:extLst>
                    <p:ext uri="{D42A27DB-BD31-4B8C-83A1-F6EECF244321}">
                      <p14:modId xmlns:p14="http://schemas.microsoft.com/office/powerpoint/2010/main" val="990073122"/>
                    </p:ext>
                  </p:extLst>
                </p:nvPr>
              </p:nvGraphicFramePr>
              <p:xfrm>
                <a:off x="6956616" y="3621796"/>
                <a:ext cx="2239645" cy="765810"/>
              </p:xfrm>
              <a:graphic>
                <a:graphicData uri="http://schemas.openxmlformats.org/drawingml/2006/chart">
                  <c:chart xmlns:c="http://schemas.openxmlformats.org/drawingml/2006/chart" xmlns:r="http://schemas.openxmlformats.org/officeDocument/2006/relationships" r:id="rId5"/>
                </a:graphicData>
              </a:graphic>
            </p:graphicFrame>
            <p:sp>
              <p:nvSpPr>
                <p:cNvPr id="82" name="í$liḑè">
                  <a:extLst>
                    <a:ext uri="{FF2B5EF4-FFF2-40B4-BE49-F238E27FC236}">
                      <a16:creationId xmlns:a16="http://schemas.microsoft.com/office/drawing/2014/main" id="{0FB7B239-2A62-639E-3AA3-59BD1F912EE7}"/>
                    </a:ext>
                  </a:extLst>
                </p:cNvPr>
                <p:cNvSpPr/>
                <p:nvPr/>
              </p:nvSpPr>
              <p:spPr>
                <a:xfrm>
                  <a:off x="7000390" y="3700172"/>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lang="zh-CN" altLang="en-US" sz="1200" dirty="0">
                      <a:solidFill>
                        <a:schemeClr val="tx1"/>
                      </a:solidFill>
                    </a:rPr>
                    <a:t>输入文本</a:t>
                  </a:r>
                  <a:endParaRPr lang="en-US" altLang="zh-CN" sz="1200" dirty="0">
                    <a:solidFill>
                      <a:schemeClr val="tx1"/>
                    </a:solidFill>
                  </a:endParaRPr>
                </a:p>
              </p:txBody>
            </p:sp>
            <p:sp>
              <p:nvSpPr>
                <p:cNvPr id="83" name="í$liḑè">
                  <a:extLst>
                    <a:ext uri="{FF2B5EF4-FFF2-40B4-BE49-F238E27FC236}">
                      <a16:creationId xmlns:a16="http://schemas.microsoft.com/office/drawing/2014/main" id="{79C0033B-6F48-68F1-AE35-DCCB3246197A}"/>
                    </a:ext>
                  </a:extLst>
                </p:cNvPr>
                <p:cNvSpPr/>
                <p:nvPr/>
              </p:nvSpPr>
              <p:spPr>
                <a:xfrm>
                  <a:off x="8708192" y="3707394"/>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lang="en-US" altLang="zh-CN" sz="1200" b="1" dirty="0">
                      <a:solidFill>
                        <a:schemeClr val="tx1"/>
                      </a:solidFill>
                    </a:rPr>
                    <a:t>60%</a:t>
                  </a:r>
                </a:p>
              </p:txBody>
            </p:sp>
          </p:grpSp>
          <p:grpSp>
            <p:nvGrpSpPr>
              <p:cNvPr id="73" name="组合 72">
                <a:extLst>
                  <a:ext uri="{FF2B5EF4-FFF2-40B4-BE49-F238E27FC236}">
                    <a16:creationId xmlns:a16="http://schemas.microsoft.com/office/drawing/2014/main" id="{AEECE832-419C-A5FE-5EEF-E832268CE771}"/>
                  </a:ext>
                </a:extLst>
              </p:cNvPr>
              <p:cNvGrpSpPr/>
              <p:nvPr/>
            </p:nvGrpSpPr>
            <p:grpSpPr>
              <a:xfrm>
                <a:off x="6279940" y="3741780"/>
                <a:ext cx="4381661" cy="1167917"/>
                <a:chOff x="4512482" y="3021721"/>
                <a:chExt cx="2239645" cy="765810"/>
              </a:xfrm>
            </p:grpSpPr>
            <p:graphicFrame>
              <p:nvGraphicFramePr>
                <p:cNvPr id="78" name="图表 77">
                  <a:extLst>
                    <a:ext uri="{FF2B5EF4-FFF2-40B4-BE49-F238E27FC236}">
                      <a16:creationId xmlns:a16="http://schemas.microsoft.com/office/drawing/2014/main" id="{CE1D16A6-829B-555F-FC92-05A34F502FB0}"/>
                    </a:ext>
                  </a:extLst>
                </p:cNvPr>
                <p:cNvGraphicFramePr/>
                <p:nvPr>
                  <p:extLst>
                    <p:ext uri="{D42A27DB-BD31-4B8C-83A1-F6EECF244321}">
                      <p14:modId xmlns:p14="http://schemas.microsoft.com/office/powerpoint/2010/main" val="2476354273"/>
                    </p:ext>
                  </p:extLst>
                </p:nvPr>
              </p:nvGraphicFramePr>
              <p:xfrm>
                <a:off x="4512482" y="3021721"/>
                <a:ext cx="2239645" cy="765810"/>
              </p:xfrm>
              <a:graphic>
                <a:graphicData uri="http://schemas.openxmlformats.org/drawingml/2006/chart">
                  <c:chart xmlns:c="http://schemas.openxmlformats.org/drawingml/2006/chart" xmlns:r="http://schemas.openxmlformats.org/officeDocument/2006/relationships" r:id="rId6"/>
                </a:graphicData>
              </a:graphic>
            </p:graphicFrame>
            <p:sp>
              <p:nvSpPr>
                <p:cNvPr id="79" name="í$liḑè">
                  <a:extLst>
                    <a:ext uri="{FF2B5EF4-FFF2-40B4-BE49-F238E27FC236}">
                      <a16:creationId xmlns:a16="http://schemas.microsoft.com/office/drawing/2014/main" id="{3F24434D-8A09-8255-FE48-F5D8F3CB5B5E}"/>
                    </a:ext>
                  </a:extLst>
                </p:cNvPr>
                <p:cNvSpPr/>
                <p:nvPr/>
              </p:nvSpPr>
              <p:spPr>
                <a:xfrm>
                  <a:off x="4556256" y="3068739"/>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lang="zh-CN" altLang="en-US" sz="1200" dirty="0">
                      <a:solidFill>
                        <a:schemeClr val="tx1"/>
                      </a:solidFill>
                    </a:rPr>
                    <a:t>输入文本</a:t>
                  </a:r>
                  <a:endParaRPr lang="en-US" altLang="zh-CN" sz="1200" dirty="0">
                    <a:solidFill>
                      <a:schemeClr val="tx1"/>
                    </a:solidFill>
                  </a:endParaRPr>
                </a:p>
              </p:txBody>
            </p:sp>
            <p:sp>
              <p:nvSpPr>
                <p:cNvPr id="80" name="í$liḑè">
                  <a:extLst>
                    <a:ext uri="{FF2B5EF4-FFF2-40B4-BE49-F238E27FC236}">
                      <a16:creationId xmlns:a16="http://schemas.microsoft.com/office/drawing/2014/main" id="{2D28B110-1059-D3D9-67B6-5BFF2870C905}"/>
                    </a:ext>
                  </a:extLst>
                </p:cNvPr>
                <p:cNvSpPr/>
                <p:nvPr/>
              </p:nvSpPr>
              <p:spPr>
                <a:xfrm>
                  <a:off x="6264058" y="3075961"/>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lang="en-US" altLang="zh-CN" sz="1200" b="1" dirty="0">
                      <a:solidFill>
                        <a:schemeClr val="tx1"/>
                      </a:solidFill>
                    </a:rPr>
                    <a:t>20%</a:t>
                  </a:r>
                </a:p>
              </p:txBody>
            </p:sp>
          </p:grpSp>
          <p:grpSp>
            <p:nvGrpSpPr>
              <p:cNvPr id="74" name="组合 73">
                <a:extLst>
                  <a:ext uri="{FF2B5EF4-FFF2-40B4-BE49-F238E27FC236}">
                    <a16:creationId xmlns:a16="http://schemas.microsoft.com/office/drawing/2014/main" id="{6D539C4B-B641-3197-FDA3-91A52BF09EA3}"/>
                  </a:ext>
                </a:extLst>
              </p:cNvPr>
              <p:cNvGrpSpPr/>
              <p:nvPr/>
            </p:nvGrpSpPr>
            <p:grpSpPr>
              <a:xfrm>
                <a:off x="6279940" y="4582379"/>
                <a:ext cx="4381661" cy="1167917"/>
                <a:chOff x="4512482" y="3621797"/>
                <a:chExt cx="2239645" cy="765810"/>
              </a:xfrm>
            </p:grpSpPr>
            <p:graphicFrame>
              <p:nvGraphicFramePr>
                <p:cNvPr id="75" name="图表 74">
                  <a:extLst>
                    <a:ext uri="{FF2B5EF4-FFF2-40B4-BE49-F238E27FC236}">
                      <a16:creationId xmlns:a16="http://schemas.microsoft.com/office/drawing/2014/main" id="{4EC97F9C-8B26-7F1F-EB6D-9F6F8AD3F805}"/>
                    </a:ext>
                  </a:extLst>
                </p:cNvPr>
                <p:cNvGraphicFramePr/>
                <p:nvPr>
                  <p:extLst>
                    <p:ext uri="{D42A27DB-BD31-4B8C-83A1-F6EECF244321}">
                      <p14:modId xmlns:p14="http://schemas.microsoft.com/office/powerpoint/2010/main" val="2072990429"/>
                    </p:ext>
                  </p:extLst>
                </p:nvPr>
              </p:nvGraphicFramePr>
              <p:xfrm>
                <a:off x="4512482" y="3621797"/>
                <a:ext cx="2239645" cy="765810"/>
              </p:xfrm>
              <a:graphic>
                <a:graphicData uri="http://schemas.openxmlformats.org/drawingml/2006/chart">
                  <c:chart xmlns:c="http://schemas.openxmlformats.org/drawingml/2006/chart" xmlns:r="http://schemas.openxmlformats.org/officeDocument/2006/relationships" r:id="rId7"/>
                </a:graphicData>
              </a:graphic>
            </p:graphicFrame>
            <p:sp>
              <p:nvSpPr>
                <p:cNvPr id="76" name="í$liḑè">
                  <a:extLst>
                    <a:ext uri="{FF2B5EF4-FFF2-40B4-BE49-F238E27FC236}">
                      <a16:creationId xmlns:a16="http://schemas.microsoft.com/office/drawing/2014/main" id="{5EAB79B8-DB3F-E8AE-10EB-8486E0E3BCC3}"/>
                    </a:ext>
                  </a:extLst>
                </p:cNvPr>
                <p:cNvSpPr/>
                <p:nvPr/>
              </p:nvSpPr>
              <p:spPr>
                <a:xfrm>
                  <a:off x="4556256" y="3700172"/>
                  <a:ext cx="887533"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anchor="t" anchorCtr="0" forceAA="0" compatLnSpc="1">
                  <a:noAutofit/>
                </a:bodyPr>
                <a:lstStyle/>
                <a:p>
                  <a:pPr defTabSz="913765">
                    <a:buSzPct val="25000"/>
                    <a:defRPr/>
                  </a:pPr>
                  <a:r>
                    <a:rPr lang="zh-CN" altLang="en-US" sz="1200" dirty="0">
                      <a:solidFill>
                        <a:schemeClr val="tx1"/>
                      </a:solidFill>
                    </a:rPr>
                    <a:t>输入文本</a:t>
                  </a:r>
                  <a:endParaRPr lang="en-US" altLang="zh-CN" sz="1200" dirty="0">
                    <a:solidFill>
                      <a:schemeClr val="tx1"/>
                    </a:solidFill>
                  </a:endParaRPr>
                </a:p>
              </p:txBody>
            </p:sp>
            <p:sp>
              <p:nvSpPr>
                <p:cNvPr id="77" name="í$liḑè">
                  <a:extLst>
                    <a:ext uri="{FF2B5EF4-FFF2-40B4-BE49-F238E27FC236}">
                      <a16:creationId xmlns:a16="http://schemas.microsoft.com/office/drawing/2014/main" id="{0017F33A-ADA3-F081-5B3A-383D8B1FD06B}"/>
                    </a:ext>
                  </a:extLst>
                </p:cNvPr>
                <p:cNvSpPr/>
                <p:nvPr/>
              </p:nvSpPr>
              <p:spPr>
                <a:xfrm>
                  <a:off x="6264058" y="3707394"/>
                  <a:ext cx="310584" cy="206585"/>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0000" tIns="90000" rIns="90000" bIns="90000" anchor="t" anchorCtr="0" forceAA="0" compatLnSpc="1">
                  <a:noAutofit/>
                </a:bodyPr>
                <a:lstStyle/>
                <a:p>
                  <a:pPr defTabSz="913765">
                    <a:buSzPct val="25000"/>
                    <a:defRPr/>
                  </a:pPr>
                  <a:r>
                    <a:rPr lang="en-US" altLang="zh-CN" sz="1200" b="1" dirty="0">
                      <a:solidFill>
                        <a:schemeClr val="tx1"/>
                      </a:solidFill>
                    </a:rPr>
                    <a:t>80%</a:t>
                  </a:r>
                </a:p>
              </p:txBody>
            </p:sp>
          </p:grpSp>
        </p:grpSp>
      </p:grpSp>
      <p:grpSp>
        <p:nvGrpSpPr>
          <p:cNvPr id="87" name="组合 86">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88"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89"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90" name="椭圆 89">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5481184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FD5ABDC-FA5A-E368-7D63-C8D80CC7B6A5}"/>
              </a:ext>
            </a:extLst>
          </p:cNvPr>
          <p:cNvGrpSpPr/>
          <p:nvPr/>
        </p:nvGrpSpPr>
        <p:grpSpPr>
          <a:xfrm>
            <a:off x="896154" y="1584218"/>
            <a:ext cx="10424641" cy="4095963"/>
            <a:chOff x="896154" y="1584218"/>
            <a:chExt cx="10424641" cy="4095963"/>
          </a:xfrm>
        </p:grpSpPr>
        <p:grpSp>
          <p:nvGrpSpPr>
            <p:cNvPr id="4" name="组合 3">
              <a:extLst>
                <a:ext uri="{FF2B5EF4-FFF2-40B4-BE49-F238E27FC236}">
                  <a16:creationId xmlns:a16="http://schemas.microsoft.com/office/drawing/2014/main" id="{3D9A5D80-EE59-86E4-7EC9-3E80CEFB57F1}"/>
                </a:ext>
              </a:extLst>
            </p:cNvPr>
            <p:cNvGrpSpPr/>
            <p:nvPr/>
          </p:nvGrpSpPr>
          <p:grpSpPr>
            <a:xfrm>
              <a:off x="5162408" y="1584218"/>
              <a:ext cx="6158387" cy="4095963"/>
              <a:chOff x="5665118" y="1696429"/>
              <a:chExt cx="5655677" cy="3761609"/>
            </a:xfrm>
          </p:grpSpPr>
          <p:grpSp>
            <p:nvGrpSpPr>
              <p:cNvPr id="7" name="组合 6">
                <a:extLst>
                  <a:ext uri="{FF2B5EF4-FFF2-40B4-BE49-F238E27FC236}">
                    <a16:creationId xmlns:a16="http://schemas.microsoft.com/office/drawing/2014/main" id="{CB3F9680-A756-C70C-D3B1-7F48913A9E01}"/>
                  </a:ext>
                </a:extLst>
              </p:cNvPr>
              <p:cNvGrpSpPr/>
              <p:nvPr/>
            </p:nvGrpSpPr>
            <p:grpSpPr>
              <a:xfrm>
                <a:off x="5665118" y="1696429"/>
                <a:ext cx="1798855" cy="2051577"/>
                <a:chOff x="5665118" y="1696429"/>
                <a:chExt cx="1798855" cy="2051577"/>
              </a:xfrm>
            </p:grpSpPr>
            <p:sp>
              <p:nvSpPr>
                <p:cNvPr id="24" name="í$ḻiḑé">
                  <a:extLst>
                    <a:ext uri="{FF2B5EF4-FFF2-40B4-BE49-F238E27FC236}">
                      <a16:creationId xmlns:a16="http://schemas.microsoft.com/office/drawing/2014/main" id="{5B8E921B-7502-019B-8E19-6ED05E16C025}"/>
                    </a:ext>
                  </a:extLst>
                </p:cNvPr>
                <p:cNvSpPr/>
                <p:nvPr/>
              </p:nvSpPr>
              <p:spPr bwMode="auto">
                <a:xfrm>
                  <a:off x="5665118" y="1696429"/>
                  <a:ext cx="1798855"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25" name="íṩḻíḍe">
                  <a:extLst>
                    <a:ext uri="{FF2B5EF4-FFF2-40B4-BE49-F238E27FC236}">
                      <a16:creationId xmlns:a16="http://schemas.microsoft.com/office/drawing/2014/main" id="{49224E4F-0B0D-755C-79F0-BEC437FF7DFD}"/>
                    </a:ext>
                  </a:extLst>
                </p:cNvPr>
                <p:cNvSpPr txBox="1"/>
                <p:nvPr/>
              </p:nvSpPr>
              <p:spPr>
                <a:xfrm>
                  <a:off x="5853866" y="2272714"/>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01</a:t>
                  </a:r>
                </a:p>
              </p:txBody>
            </p:sp>
            <p:sp>
              <p:nvSpPr>
                <p:cNvPr id="26" name="ïśḻïdê">
                  <a:extLst>
                    <a:ext uri="{FF2B5EF4-FFF2-40B4-BE49-F238E27FC236}">
                      <a16:creationId xmlns:a16="http://schemas.microsoft.com/office/drawing/2014/main" id="{4B784415-D096-F276-3EE6-2758CD57DE3A}"/>
                    </a:ext>
                  </a:extLst>
                </p:cNvPr>
                <p:cNvSpPr txBox="1"/>
                <p:nvPr/>
              </p:nvSpPr>
              <p:spPr>
                <a:xfrm>
                  <a:off x="5853866" y="2803282"/>
                  <a:ext cx="1421358" cy="368439"/>
                </a:xfrm>
                <a:prstGeom prst="rect">
                  <a:avLst/>
                </a:prstGeom>
                <a:noFill/>
              </p:spPr>
              <p:txBody>
                <a:bodyPr wrap="none">
                  <a:normAutofit/>
                </a:bodyPr>
                <a:lstStyle/>
                <a:p>
                  <a:pPr algn="ctr"/>
                  <a:r>
                    <a:rPr lang="zh-CN" altLang="en-US" b="1" dirty="0">
                      <a:solidFill>
                        <a:schemeClr val="bg1"/>
                      </a:solidFill>
                      <a:latin typeface="+mn-ea"/>
                    </a:rPr>
                    <a:t>输入文本</a:t>
                  </a:r>
                </a:p>
              </p:txBody>
            </p:sp>
          </p:grpSp>
          <p:sp>
            <p:nvSpPr>
              <p:cNvPr id="21" name="îṧḻídé">
                <a:extLst>
                  <a:ext uri="{FF2B5EF4-FFF2-40B4-BE49-F238E27FC236}">
                    <a16:creationId xmlns:a16="http://schemas.microsoft.com/office/drawing/2014/main" id="{80574BDD-5370-D1E8-3D8D-5DC7898FA2EC}"/>
                  </a:ext>
                </a:extLst>
              </p:cNvPr>
              <p:cNvSpPr/>
              <p:nvPr/>
            </p:nvSpPr>
            <p:spPr bwMode="auto">
              <a:xfrm>
                <a:off x="7593529" y="1696429"/>
                <a:ext cx="1798855"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grpSp>
            <p:nvGrpSpPr>
              <p:cNvPr id="9" name="组合 8">
                <a:extLst>
                  <a:ext uri="{FF2B5EF4-FFF2-40B4-BE49-F238E27FC236}">
                    <a16:creationId xmlns:a16="http://schemas.microsoft.com/office/drawing/2014/main" id="{F5FD450C-7991-125E-46F8-78525F2EA322}"/>
                  </a:ext>
                </a:extLst>
              </p:cNvPr>
              <p:cNvGrpSpPr/>
              <p:nvPr/>
            </p:nvGrpSpPr>
            <p:grpSpPr>
              <a:xfrm>
                <a:off x="9521940" y="1696429"/>
                <a:ext cx="1798855" cy="2051577"/>
                <a:chOff x="9521940" y="1696429"/>
                <a:chExt cx="1798855" cy="2051577"/>
              </a:xfrm>
            </p:grpSpPr>
            <p:sp>
              <p:nvSpPr>
                <p:cNvPr id="18" name="ïṣḷïde">
                  <a:extLst>
                    <a:ext uri="{FF2B5EF4-FFF2-40B4-BE49-F238E27FC236}">
                      <a16:creationId xmlns:a16="http://schemas.microsoft.com/office/drawing/2014/main" id="{FA837174-30E3-08FD-2C81-69BC6A46B256}"/>
                    </a:ext>
                  </a:extLst>
                </p:cNvPr>
                <p:cNvSpPr/>
                <p:nvPr/>
              </p:nvSpPr>
              <p:spPr bwMode="auto">
                <a:xfrm>
                  <a:off x="9521940" y="1696429"/>
                  <a:ext cx="1798855"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19" name="iṡḻiḑê">
                  <a:extLst>
                    <a:ext uri="{FF2B5EF4-FFF2-40B4-BE49-F238E27FC236}">
                      <a16:creationId xmlns:a16="http://schemas.microsoft.com/office/drawing/2014/main" id="{5D143686-BAB7-C1BE-4C78-C52D348F6A1D}"/>
                    </a:ext>
                  </a:extLst>
                </p:cNvPr>
                <p:cNvSpPr txBox="1"/>
                <p:nvPr/>
              </p:nvSpPr>
              <p:spPr>
                <a:xfrm>
                  <a:off x="9710688" y="2272714"/>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02</a:t>
                  </a:r>
                </a:p>
              </p:txBody>
            </p:sp>
            <p:sp>
              <p:nvSpPr>
                <p:cNvPr id="20" name="íŝľiḍé">
                  <a:extLst>
                    <a:ext uri="{FF2B5EF4-FFF2-40B4-BE49-F238E27FC236}">
                      <a16:creationId xmlns:a16="http://schemas.microsoft.com/office/drawing/2014/main" id="{A3413861-B4D4-CBA1-60E9-2C02930EFA8E}"/>
                    </a:ext>
                  </a:extLst>
                </p:cNvPr>
                <p:cNvSpPr txBox="1"/>
                <p:nvPr/>
              </p:nvSpPr>
              <p:spPr>
                <a:xfrm>
                  <a:off x="9710688" y="2803282"/>
                  <a:ext cx="1421358" cy="368439"/>
                </a:xfrm>
                <a:prstGeom prst="rect">
                  <a:avLst/>
                </a:prstGeom>
                <a:noFill/>
              </p:spPr>
              <p:txBody>
                <a:bodyPr wrap="none">
                  <a:normAutofit/>
                </a:bodyPr>
                <a:lstStyle/>
                <a:p>
                  <a:pPr algn="ctr"/>
                  <a:r>
                    <a:rPr lang="zh-CN" altLang="en-US" b="1" dirty="0">
                      <a:solidFill>
                        <a:schemeClr val="bg1"/>
                      </a:solidFill>
                      <a:latin typeface="+mn-ea"/>
                    </a:rPr>
                    <a:t>输入文本</a:t>
                  </a:r>
                </a:p>
              </p:txBody>
            </p:sp>
          </p:grpSp>
          <p:grpSp>
            <p:nvGrpSpPr>
              <p:cNvPr id="10" name="组合 9">
                <a:extLst>
                  <a:ext uri="{FF2B5EF4-FFF2-40B4-BE49-F238E27FC236}">
                    <a16:creationId xmlns:a16="http://schemas.microsoft.com/office/drawing/2014/main" id="{2160E742-B91F-879C-1CF0-10A0F6BAD91A}"/>
                  </a:ext>
                </a:extLst>
              </p:cNvPr>
              <p:cNvGrpSpPr/>
              <p:nvPr/>
            </p:nvGrpSpPr>
            <p:grpSpPr>
              <a:xfrm>
                <a:off x="6629323" y="3406461"/>
                <a:ext cx="1798857" cy="2051577"/>
                <a:chOff x="6629323" y="3406461"/>
                <a:chExt cx="1798857" cy="2051577"/>
              </a:xfrm>
            </p:grpSpPr>
            <p:sp>
              <p:nvSpPr>
                <p:cNvPr id="15" name="ïṧlîdè">
                  <a:extLst>
                    <a:ext uri="{FF2B5EF4-FFF2-40B4-BE49-F238E27FC236}">
                      <a16:creationId xmlns:a16="http://schemas.microsoft.com/office/drawing/2014/main" id="{35456817-CEA6-05B6-FB28-71F47091EDE3}"/>
                    </a:ext>
                  </a:extLst>
                </p:cNvPr>
                <p:cNvSpPr/>
                <p:nvPr/>
              </p:nvSpPr>
              <p:spPr bwMode="auto">
                <a:xfrm>
                  <a:off x="6629323" y="3406461"/>
                  <a:ext cx="1798857"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16" name="íṩlíḑê">
                  <a:extLst>
                    <a:ext uri="{FF2B5EF4-FFF2-40B4-BE49-F238E27FC236}">
                      <a16:creationId xmlns:a16="http://schemas.microsoft.com/office/drawing/2014/main" id="{1B1D4E39-2F04-86C5-3D50-0BCD73A5CDF6}"/>
                    </a:ext>
                  </a:extLst>
                </p:cNvPr>
                <p:cNvSpPr txBox="1"/>
                <p:nvPr/>
              </p:nvSpPr>
              <p:spPr>
                <a:xfrm>
                  <a:off x="6818072" y="3982746"/>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03</a:t>
                  </a:r>
                </a:p>
              </p:txBody>
            </p:sp>
            <p:sp>
              <p:nvSpPr>
                <p:cNvPr id="17" name="îṥ1íde">
                  <a:extLst>
                    <a:ext uri="{FF2B5EF4-FFF2-40B4-BE49-F238E27FC236}">
                      <a16:creationId xmlns:a16="http://schemas.microsoft.com/office/drawing/2014/main" id="{12AB6FB6-B589-7FF5-F381-27DC9D0AD90F}"/>
                    </a:ext>
                  </a:extLst>
                </p:cNvPr>
                <p:cNvSpPr txBox="1"/>
                <p:nvPr/>
              </p:nvSpPr>
              <p:spPr>
                <a:xfrm>
                  <a:off x="6818072" y="4513314"/>
                  <a:ext cx="1421358" cy="368439"/>
                </a:xfrm>
                <a:prstGeom prst="rect">
                  <a:avLst/>
                </a:prstGeom>
                <a:noFill/>
              </p:spPr>
              <p:txBody>
                <a:bodyPr wrap="none">
                  <a:normAutofit/>
                </a:bodyPr>
                <a:lstStyle/>
                <a:p>
                  <a:pPr algn="ctr"/>
                  <a:r>
                    <a:rPr lang="zh-CN" altLang="en-US" b="1" dirty="0">
                      <a:solidFill>
                        <a:schemeClr val="bg1"/>
                      </a:solidFill>
                      <a:latin typeface="+mn-ea"/>
                    </a:rPr>
                    <a:t>输入文本</a:t>
                  </a:r>
                </a:p>
              </p:txBody>
            </p:sp>
          </p:grpSp>
          <p:grpSp>
            <p:nvGrpSpPr>
              <p:cNvPr id="11" name="组合 10">
                <a:extLst>
                  <a:ext uri="{FF2B5EF4-FFF2-40B4-BE49-F238E27FC236}">
                    <a16:creationId xmlns:a16="http://schemas.microsoft.com/office/drawing/2014/main" id="{F80E5310-DFB9-87DB-A8E1-5F52E567368E}"/>
                  </a:ext>
                </a:extLst>
              </p:cNvPr>
              <p:cNvGrpSpPr/>
              <p:nvPr/>
            </p:nvGrpSpPr>
            <p:grpSpPr>
              <a:xfrm>
                <a:off x="8557735" y="3406461"/>
                <a:ext cx="1798857" cy="2051577"/>
                <a:chOff x="8557735" y="3406461"/>
                <a:chExt cx="1798857" cy="2051577"/>
              </a:xfrm>
            </p:grpSpPr>
            <p:sp>
              <p:nvSpPr>
                <p:cNvPr id="12" name="iṡḻíḑè">
                  <a:extLst>
                    <a:ext uri="{FF2B5EF4-FFF2-40B4-BE49-F238E27FC236}">
                      <a16:creationId xmlns:a16="http://schemas.microsoft.com/office/drawing/2014/main" id="{5F8250C1-C10E-53C3-536A-3EDD513D06A6}"/>
                    </a:ext>
                  </a:extLst>
                </p:cNvPr>
                <p:cNvSpPr/>
                <p:nvPr/>
              </p:nvSpPr>
              <p:spPr bwMode="auto">
                <a:xfrm>
                  <a:off x="8557735" y="3406461"/>
                  <a:ext cx="1798857" cy="2051577"/>
                </a:xfrm>
                <a:custGeom>
                  <a:avLst/>
                  <a:gdLst>
                    <a:gd name="T0" fmla="*/ 573 w 1146"/>
                    <a:gd name="T1" fmla="*/ 0 h 1307"/>
                    <a:gd name="T2" fmla="*/ 1146 w 1146"/>
                    <a:gd name="T3" fmla="*/ 287 h 1307"/>
                    <a:gd name="T4" fmla="*/ 1146 w 1146"/>
                    <a:gd name="T5" fmla="*/ 1021 h 1307"/>
                    <a:gd name="T6" fmla="*/ 573 w 1146"/>
                    <a:gd name="T7" fmla="*/ 1307 h 1307"/>
                    <a:gd name="T8" fmla="*/ 0 w 1146"/>
                    <a:gd name="T9" fmla="*/ 1021 h 1307"/>
                    <a:gd name="T10" fmla="*/ 0 w 1146"/>
                    <a:gd name="T11" fmla="*/ 287 h 1307"/>
                    <a:gd name="T12" fmla="*/ 573 w 1146"/>
                    <a:gd name="T13" fmla="*/ 0 h 1307"/>
                  </a:gdLst>
                  <a:ahLst/>
                  <a:cxnLst>
                    <a:cxn ang="0">
                      <a:pos x="T0" y="T1"/>
                    </a:cxn>
                    <a:cxn ang="0">
                      <a:pos x="T2" y="T3"/>
                    </a:cxn>
                    <a:cxn ang="0">
                      <a:pos x="T4" y="T5"/>
                    </a:cxn>
                    <a:cxn ang="0">
                      <a:pos x="T6" y="T7"/>
                    </a:cxn>
                    <a:cxn ang="0">
                      <a:pos x="T8" y="T9"/>
                    </a:cxn>
                    <a:cxn ang="0">
                      <a:pos x="T10" y="T11"/>
                    </a:cxn>
                    <a:cxn ang="0">
                      <a:pos x="T12" y="T13"/>
                    </a:cxn>
                  </a:cxnLst>
                  <a:rect l="0" t="0" r="r" b="b"/>
                  <a:pathLst>
                    <a:path w="1146" h="1307">
                      <a:moveTo>
                        <a:pt x="573" y="0"/>
                      </a:moveTo>
                      <a:lnTo>
                        <a:pt x="1146" y="287"/>
                      </a:lnTo>
                      <a:lnTo>
                        <a:pt x="1146" y="1021"/>
                      </a:lnTo>
                      <a:lnTo>
                        <a:pt x="573" y="1307"/>
                      </a:lnTo>
                      <a:lnTo>
                        <a:pt x="0" y="1021"/>
                      </a:lnTo>
                      <a:lnTo>
                        <a:pt x="0" y="287"/>
                      </a:lnTo>
                      <a:lnTo>
                        <a:pt x="57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latin typeface="+mn-ea"/>
                  </a:endParaRPr>
                </a:p>
              </p:txBody>
            </p:sp>
            <p:sp>
              <p:nvSpPr>
                <p:cNvPr id="13" name="ïṩḻïḍé">
                  <a:extLst>
                    <a:ext uri="{FF2B5EF4-FFF2-40B4-BE49-F238E27FC236}">
                      <a16:creationId xmlns:a16="http://schemas.microsoft.com/office/drawing/2014/main" id="{69DE6BE5-5831-31A9-F260-2BE343200FD1}"/>
                    </a:ext>
                  </a:extLst>
                </p:cNvPr>
                <p:cNvSpPr txBox="1"/>
                <p:nvPr/>
              </p:nvSpPr>
              <p:spPr>
                <a:xfrm>
                  <a:off x="8746484" y="3982746"/>
                  <a:ext cx="1421358" cy="530568"/>
                </a:xfrm>
                <a:prstGeom prst="rect">
                  <a:avLst/>
                </a:prstGeom>
                <a:noFill/>
              </p:spPr>
              <p:txBody>
                <a:bodyPr wrap="none" anchor="b" anchorCtr="0">
                  <a:normAutofit fontScale="92500" lnSpcReduction="10000"/>
                </a:bodyPr>
                <a:lstStyle/>
                <a:p>
                  <a:pPr algn="ctr">
                    <a:lnSpc>
                      <a:spcPct val="140000"/>
                    </a:lnSpc>
                  </a:pPr>
                  <a:r>
                    <a:rPr lang="en-US" altLang="zh-CN" sz="2800" b="1" dirty="0">
                      <a:solidFill>
                        <a:schemeClr val="bg1"/>
                      </a:solidFill>
                      <a:latin typeface="+mn-ea"/>
                    </a:rPr>
                    <a:t>04</a:t>
                  </a:r>
                </a:p>
              </p:txBody>
            </p:sp>
            <p:sp>
              <p:nvSpPr>
                <p:cNvPr id="14" name="îṧļîde">
                  <a:extLst>
                    <a:ext uri="{FF2B5EF4-FFF2-40B4-BE49-F238E27FC236}">
                      <a16:creationId xmlns:a16="http://schemas.microsoft.com/office/drawing/2014/main" id="{C9DD93D5-8A66-9274-F653-EEDA2EA3690E}"/>
                    </a:ext>
                  </a:extLst>
                </p:cNvPr>
                <p:cNvSpPr txBox="1"/>
                <p:nvPr/>
              </p:nvSpPr>
              <p:spPr>
                <a:xfrm>
                  <a:off x="8746484" y="4513314"/>
                  <a:ext cx="1421358" cy="368439"/>
                </a:xfrm>
                <a:prstGeom prst="rect">
                  <a:avLst/>
                </a:prstGeom>
                <a:noFill/>
              </p:spPr>
              <p:txBody>
                <a:bodyPr wrap="none">
                  <a:normAutofit/>
                </a:bodyPr>
                <a:lstStyle/>
                <a:p>
                  <a:pPr algn="ctr"/>
                  <a:r>
                    <a:rPr lang="zh-CN" altLang="en-US" b="1" dirty="0">
                      <a:solidFill>
                        <a:schemeClr val="bg1"/>
                      </a:solidFill>
                      <a:latin typeface="+mn-ea"/>
                    </a:rPr>
                    <a:t>输入文本</a:t>
                  </a:r>
                </a:p>
              </p:txBody>
            </p:sp>
          </p:grpSp>
        </p:grpSp>
        <p:sp>
          <p:nvSpPr>
            <p:cNvPr id="5" name="矩形 4">
              <a:extLst>
                <a:ext uri="{FF2B5EF4-FFF2-40B4-BE49-F238E27FC236}">
                  <a16:creationId xmlns:a16="http://schemas.microsoft.com/office/drawing/2014/main" id="{CDD4F384-C570-EB5B-6EED-3A14BAA04937}"/>
                </a:ext>
              </a:extLst>
            </p:cNvPr>
            <p:cNvSpPr>
              <a:spLocks noChangeAspect="1"/>
            </p:cNvSpPr>
            <p:nvPr/>
          </p:nvSpPr>
          <p:spPr>
            <a:xfrm>
              <a:off x="896154" y="2613680"/>
              <a:ext cx="1608133"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nchorCtr="0">
              <a:spAutoFit/>
            </a:bodyPr>
            <a:lstStyle/>
            <a:p>
              <a:r>
                <a:rPr kumimoji="1" lang="zh-CN" altLang="en-US" b="1" dirty="0">
                  <a:solidFill>
                    <a:schemeClr val="tx1">
                      <a:lumMod val="75000"/>
                      <a:lumOff val="25000"/>
                    </a:schemeClr>
                  </a:solidFill>
                  <a:latin typeface="+mn-ea"/>
                  <a:sym typeface="Arial" panose="020B0604020202020204" pitchFamily="34" charset="0"/>
                </a:rPr>
                <a:t>在此输入标题</a:t>
              </a:r>
              <a:endParaRPr kumimoji="1" lang="en-US" altLang="zh-CN" b="1" dirty="0">
                <a:solidFill>
                  <a:schemeClr val="tx1">
                    <a:lumMod val="75000"/>
                    <a:lumOff val="25000"/>
                  </a:schemeClr>
                </a:solidFill>
                <a:latin typeface="+mn-ea"/>
                <a:sym typeface="Arial" panose="020B0604020202020204" pitchFamily="34" charset="0"/>
              </a:endParaRPr>
            </a:p>
          </p:txBody>
        </p:sp>
        <p:sp>
          <p:nvSpPr>
            <p:cNvPr id="6" name="矩形 5">
              <a:extLst>
                <a:ext uri="{FF2B5EF4-FFF2-40B4-BE49-F238E27FC236}">
                  <a16:creationId xmlns:a16="http://schemas.microsoft.com/office/drawing/2014/main" id="{7B80D8FF-7F33-9278-029A-BE8737CC28D5}"/>
                </a:ext>
              </a:extLst>
            </p:cNvPr>
            <p:cNvSpPr/>
            <p:nvPr/>
          </p:nvSpPr>
          <p:spPr>
            <a:xfrm>
              <a:off x="896154" y="2990048"/>
              <a:ext cx="3518912" cy="499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40000"/>
                </a:lnSpc>
              </a:pPr>
              <a:r>
                <a:rPr lang="zh-CN" altLang="en-US" sz="1000" dirty="0">
                  <a:solidFill>
                    <a:schemeClr val="tx1">
                      <a:lumMod val="50000"/>
                      <a:lumOff val="50000"/>
                    </a:schemeClr>
                  </a:solidFill>
                  <a:latin typeface="+mn-ea"/>
                  <a:cs typeface="+mn-ea"/>
                  <a:sym typeface="+mn-lt"/>
                </a:rPr>
                <a:t>在此输入您的文本内容活动复制文本粘贴至此处在此输入您的文本内容活动复制文本粘贴至此处</a:t>
              </a:r>
              <a:endParaRPr lang="en-US" altLang="zh-CN" sz="1000" dirty="0">
                <a:solidFill>
                  <a:schemeClr val="tx1">
                    <a:lumMod val="50000"/>
                    <a:lumOff val="50000"/>
                  </a:schemeClr>
                </a:solidFill>
                <a:latin typeface="+mn-ea"/>
                <a:cs typeface="+mn-ea"/>
                <a:sym typeface="+mn-lt"/>
              </a:endParaRPr>
            </a:p>
          </p:txBody>
        </p:sp>
        <p:sp>
          <p:nvSpPr>
            <p:cNvPr id="30" name="矩形 29">
              <a:extLst>
                <a:ext uri="{FF2B5EF4-FFF2-40B4-BE49-F238E27FC236}">
                  <a16:creationId xmlns:a16="http://schemas.microsoft.com/office/drawing/2014/main" id="{CDD4F384-C570-EB5B-6EED-3A14BAA04937}"/>
                </a:ext>
              </a:extLst>
            </p:cNvPr>
            <p:cNvSpPr>
              <a:spLocks noChangeAspect="1"/>
            </p:cNvSpPr>
            <p:nvPr/>
          </p:nvSpPr>
          <p:spPr>
            <a:xfrm>
              <a:off x="896154" y="3889091"/>
              <a:ext cx="1608133"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nchorCtr="0">
              <a:spAutoFit/>
            </a:bodyPr>
            <a:lstStyle/>
            <a:p>
              <a:r>
                <a:rPr kumimoji="1" lang="zh-CN" altLang="en-US" b="1" dirty="0">
                  <a:solidFill>
                    <a:schemeClr val="tx1">
                      <a:lumMod val="75000"/>
                      <a:lumOff val="25000"/>
                    </a:schemeClr>
                  </a:solidFill>
                  <a:latin typeface="+mn-ea"/>
                  <a:sym typeface="Arial" panose="020B0604020202020204" pitchFamily="34" charset="0"/>
                </a:rPr>
                <a:t>在此输入标题</a:t>
              </a:r>
              <a:endParaRPr kumimoji="1" lang="en-US" altLang="zh-CN" b="1" dirty="0">
                <a:solidFill>
                  <a:schemeClr val="tx1">
                    <a:lumMod val="75000"/>
                    <a:lumOff val="25000"/>
                  </a:schemeClr>
                </a:solidFill>
                <a:latin typeface="+mn-ea"/>
                <a:sym typeface="Arial" panose="020B0604020202020204" pitchFamily="34" charset="0"/>
              </a:endParaRPr>
            </a:p>
          </p:txBody>
        </p:sp>
        <p:sp>
          <p:nvSpPr>
            <p:cNvPr id="31" name="矩形 30">
              <a:extLst>
                <a:ext uri="{FF2B5EF4-FFF2-40B4-BE49-F238E27FC236}">
                  <a16:creationId xmlns:a16="http://schemas.microsoft.com/office/drawing/2014/main" id="{7B80D8FF-7F33-9278-029A-BE8737CC28D5}"/>
                </a:ext>
              </a:extLst>
            </p:cNvPr>
            <p:cNvSpPr/>
            <p:nvPr/>
          </p:nvSpPr>
          <p:spPr>
            <a:xfrm>
              <a:off x="896154" y="4265459"/>
              <a:ext cx="3518912" cy="499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lnSpc>
                  <a:spcPct val="140000"/>
                </a:lnSpc>
              </a:pPr>
              <a:r>
                <a:rPr lang="zh-CN" altLang="en-US" sz="1000" dirty="0">
                  <a:solidFill>
                    <a:schemeClr val="tx1">
                      <a:lumMod val="50000"/>
                      <a:lumOff val="50000"/>
                    </a:schemeClr>
                  </a:solidFill>
                  <a:latin typeface="+mn-ea"/>
                  <a:cs typeface="+mn-ea"/>
                  <a:sym typeface="+mn-lt"/>
                </a:rPr>
                <a:t>在此输入您的文本内容活动复制文本粘贴至此处在此输入您的文本内容活动复制文本粘贴至此处</a:t>
              </a:r>
              <a:endParaRPr lang="en-US" altLang="zh-CN" sz="1000" dirty="0">
                <a:solidFill>
                  <a:schemeClr val="tx1">
                    <a:lumMod val="50000"/>
                    <a:lumOff val="50000"/>
                  </a:schemeClr>
                </a:solidFill>
                <a:latin typeface="+mn-ea"/>
                <a:cs typeface="+mn-ea"/>
                <a:sym typeface="+mn-lt"/>
              </a:endParaRPr>
            </a:p>
          </p:txBody>
        </p:sp>
      </p:grpSp>
      <p:grpSp>
        <p:nvGrpSpPr>
          <p:cNvPr id="29" name="组合 28">
            <a:extLst>
              <a:ext uri="{FF2B5EF4-FFF2-40B4-BE49-F238E27FC236}">
                <a16:creationId xmlns:a16="http://schemas.microsoft.com/office/drawing/2014/main" id="{F5531384-4AEE-CD69-43F6-3E9BEC3F6660}"/>
              </a:ext>
            </a:extLst>
          </p:cNvPr>
          <p:cNvGrpSpPr/>
          <p:nvPr/>
        </p:nvGrpSpPr>
        <p:grpSpPr>
          <a:xfrm>
            <a:off x="199289" y="258436"/>
            <a:ext cx="4355770" cy="655320"/>
            <a:chOff x="363500" y="173190"/>
            <a:chExt cx="4355770" cy="655320"/>
          </a:xfrm>
        </p:grpSpPr>
        <p:sp>
          <p:nvSpPr>
            <p:cNvPr id="32" name="TextBox 55">
              <a:extLst>
                <a:ext uri="{FF2B5EF4-FFF2-40B4-BE49-F238E27FC236}">
                  <a16:creationId xmlns:a16="http://schemas.microsoft.com/office/drawing/2014/main" id="{8009C1A5-D621-95D5-BECC-673A0C979CE9}"/>
                </a:ext>
              </a:extLst>
            </p:cNvPr>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未来发展预期</a:t>
              </a:r>
            </a:p>
          </p:txBody>
        </p:sp>
        <p:sp>
          <p:nvSpPr>
            <p:cNvPr id="33" name="TextBox 55">
              <a:extLst>
                <a:ext uri="{FF2B5EF4-FFF2-40B4-BE49-F238E27FC236}">
                  <a16:creationId xmlns:a16="http://schemas.microsoft.com/office/drawing/2014/main" id="{BE3B4247-A4D3-B7F9-FAE3-B9A79A970C50}"/>
                </a:ext>
              </a:extLst>
            </p:cNvPr>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4" name="椭圆 33">
              <a:extLst>
                <a:ext uri="{FF2B5EF4-FFF2-40B4-BE49-F238E27FC236}">
                  <a16:creationId xmlns:a16="http://schemas.microsoft.com/office/drawing/2014/main" id="{0C5B8219-D37F-D4F1-483E-C6475061233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extLst>
      <p:ext uri="{BB962C8B-B14F-4D97-AF65-F5344CB8AC3E}">
        <p14:creationId xmlns:p14="http://schemas.microsoft.com/office/powerpoint/2010/main" val="39369904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2.xml><?xml version="1.0" encoding="utf-8"?>
<p:tagLst xmlns:a="http://schemas.openxmlformats.org/drawingml/2006/main" xmlns:r="http://schemas.openxmlformats.org/officeDocument/2006/relationships" xmlns:p="http://schemas.openxmlformats.org/presentationml/2006/main">
  <p:tag name="ISLIDE.DIAGRAM" val="#979208;"/>
</p:tagLst>
</file>

<file path=ppt/tags/tag3.xml><?xml version="1.0" encoding="utf-8"?>
<p:tagLst xmlns:a="http://schemas.openxmlformats.org/drawingml/2006/main" xmlns:r="http://schemas.openxmlformats.org/officeDocument/2006/relationships" xmlns:p="http://schemas.openxmlformats.org/presentationml/2006/main">
  <p:tag name="ISLIDE.DIAGRAM" val="#363030;"/>
</p:tagLst>
</file>

<file path=ppt/tags/tag4.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DIAGRAM" val="#530757;"/>
</p:tagLst>
</file>

<file path=ppt/tags/tag6.xml><?xml version="1.0" encoding="utf-8"?>
<p:tagLst xmlns:a="http://schemas.openxmlformats.org/drawingml/2006/main" xmlns:r="http://schemas.openxmlformats.org/officeDocument/2006/relationships" xmlns:p="http://schemas.openxmlformats.org/presentationml/2006/main">
  <p:tag name="ISLIDE.DIAGRAM" val="#524876;"/>
</p:tagLst>
</file>

<file path=ppt/tags/tag7.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8.xml><?xml version="1.0" encoding="utf-8"?>
<p:tagLst xmlns:a="http://schemas.openxmlformats.org/drawingml/2006/main" xmlns:r="http://schemas.openxmlformats.org/officeDocument/2006/relationships" xmlns:p="http://schemas.openxmlformats.org/presentationml/2006/main">
  <p:tag name="ISLIDE.DIAGRAM" val="#914709;"/>
</p:tagLst>
</file>

<file path=ppt/tags/tag9.xml><?xml version="1.0" encoding="utf-8"?>
<p:tagLst xmlns:a="http://schemas.openxmlformats.org/drawingml/2006/main" xmlns:r="http://schemas.openxmlformats.org/officeDocument/2006/relationships" xmlns:p="http://schemas.openxmlformats.org/presentationml/2006/main">
  <p:tag name="ISLIDE.DIAGRAM" val="#954276;"/>
</p:tagLst>
</file>

<file path=ppt/tags/tag10.xml><?xml version="1.0" encoding="utf-8"?>
<p:tagLst xmlns:a="http://schemas.openxmlformats.org/drawingml/2006/main" xmlns:r="http://schemas.openxmlformats.org/officeDocument/2006/relationships" xmlns:p="http://schemas.openxmlformats.org/presentationml/2006/main">
  <p:tag name="ISLIDE.DIAGRAM" val="#949772;"/>
</p:tagLst>
</file>

<file path=ppt/tags/tag11.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DIAGRAM" val="#940051;"/>
</p:tagLst>
</file>

<file path=ppt/tags/tag13.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DIAGRAM" val="#1067;"/>
</p:tagLst>
</file>

<file path=ppt/tags/tag1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DIAGRAM" val="#988855;"/>
</p:tagLst>
</file>

<file path=ppt/theme/theme1.xml><?xml version="1.0" encoding="utf-8"?>
<a:theme xmlns:a="http://schemas.openxmlformats.org/drawingml/2006/main" name="第一PPT，www.1ppt.com">
  <a:themeElements>
    <a:clrScheme name="自定义 250">
      <a:dk1>
        <a:sysClr val="windowText" lastClr="000000"/>
      </a:dk1>
      <a:lt1>
        <a:sysClr val="window" lastClr="FFFFFF"/>
      </a:lt1>
      <a:dk2>
        <a:srgbClr val="44546A"/>
      </a:dk2>
      <a:lt2>
        <a:srgbClr val="E7E6E6"/>
      </a:lt2>
      <a:accent1>
        <a:srgbClr val="AD7459"/>
      </a:accent1>
      <a:accent2>
        <a:srgbClr val="404C53"/>
      </a:accent2>
      <a:accent3>
        <a:srgbClr val="A5A5A5"/>
      </a:accent3>
      <a:accent4>
        <a:srgbClr val="FFC000"/>
      </a:accent4>
      <a:accent5>
        <a:srgbClr val="4472C4"/>
      </a:accent5>
      <a:accent6>
        <a:srgbClr val="70AD47"/>
      </a:accent6>
      <a:hlink>
        <a:srgbClr val="0563C1"/>
      </a:hlink>
      <a:folHlink>
        <a:srgbClr val="954F72"/>
      </a:folHlink>
    </a:clrScheme>
    <a:fontScheme name="iudmsmxm">
      <a:majorFont>
        <a:latin typeface="思源黑体" panose="020F0302020204030204"/>
        <a:ea typeface="思源黑体"/>
        <a:cs typeface=""/>
      </a:majorFont>
      <a:minorFont>
        <a:latin typeface="思源黑体" panose="020F0502020204030204"/>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3080</Words>
  <Application>Microsoft Office PowerPoint</Application>
  <PresentationFormat>宽屏</PresentationFormat>
  <Paragraphs>237</Paragraphs>
  <Slides>22</Slides>
  <Notes>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22</vt:i4>
      </vt:variant>
    </vt:vector>
  </HeadingPairs>
  <TitlesOfParts>
    <vt:vector size="33" baseType="lpstr">
      <vt:lpstr>思源黑体</vt:lpstr>
      <vt:lpstr>思源黑体 CN Bold</vt:lpstr>
      <vt:lpstr>思源黑体 CN Light</vt:lpstr>
      <vt:lpstr>思源黑体 CN Medium</vt:lpstr>
      <vt:lpstr>思源黑体 CN Normal</vt:lpstr>
      <vt:lpstr>思源宋体 CN Heavy</vt:lpstr>
      <vt:lpstr>微软雅黑</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第一PPT，www.1ppt.com</dc:creator>
  <cp:keywords>www.1ppt.com</cp:keywords>
  <dc:description>第一PPT</dc:description>
  <cp:lastModifiedBy>浩田 季</cp:lastModifiedBy>
  <cp:revision>13</cp:revision>
  <dcterms:created xsi:type="dcterms:W3CDTF">2023-05-10T06:40:23Z</dcterms:created>
  <dcterms:modified xsi:type="dcterms:W3CDTF">2026-07-18T12:46:09Z</dcterms:modified>
</cp:coreProperties>
</file>