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3b6e910f704b52" /><Relationship Type="http://schemas.openxmlformats.org/officeDocument/2006/relationships/extended-properties" Target="/docProps/app.xml" Id="Rd04ea8113c3d4f34" /><Relationship Type="http://schemas.openxmlformats.org/officeDocument/2006/relationships/officeDocument" Target="/ppt/presentation.xml" Id="R209180379129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9e36c6b1145d9"/>
  </p:sldMasterIdLst>
  <p:notesMasterIdLst>
    <p:notesMasterId xmlns:r="http://schemas.openxmlformats.org/officeDocument/2006/relationships" r:id="Rd524d7cb12b2491f"/>
  </p:notesMasterIdLst>
  <p:sldIdLst>
    <p:sldId xmlns:r="http://schemas.openxmlformats.org/officeDocument/2006/relationships" id="256" r:id="Rc6a1c4ea10314ac8"/>
    <p:sldId xmlns:r="http://schemas.openxmlformats.org/officeDocument/2006/relationships" id="257" r:id="R05e8771c22db44fc"/>
    <p:sldId xmlns:r="http://schemas.openxmlformats.org/officeDocument/2006/relationships" id="258" r:id="Rc017d05e7b7d49ae"/>
    <p:sldId xmlns:r="http://schemas.openxmlformats.org/officeDocument/2006/relationships" id="259" r:id="R8c524ca0c2b245b9"/>
    <p:sldId xmlns:r="http://schemas.openxmlformats.org/officeDocument/2006/relationships" id="260" r:id="R1eb8270fa230422e"/>
    <p:sldId xmlns:r="http://schemas.openxmlformats.org/officeDocument/2006/relationships" id="261" r:id="R4fc1cc1b860244b2"/>
    <p:sldId xmlns:r="http://schemas.openxmlformats.org/officeDocument/2006/relationships" id="262" r:id="R3c28ec46e3374188"/>
    <p:sldId xmlns:r="http://schemas.openxmlformats.org/officeDocument/2006/relationships" id="263" r:id="R20281808998e4c1b"/>
    <p:sldId xmlns:r="http://schemas.openxmlformats.org/officeDocument/2006/relationships" id="264" r:id="R4cbfb50e30bd40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b7f8c68ac14997" /><Relationship Type="http://schemas.openxmlformats.org/officeDocument/2006/relationships/slideMaster" Target="/ppt/slideMasters/slideMaster1.xml" Id="R4699e36c6b1145d9" /><Relationship Type="http://schemas.openxmlformats.org/officeDocument/2006/relationships/notesMaster" Target="/ppt/notesMasters/notesMaster1.xml" Id="Rd524d7cb12b2491f" /><Relationship Type="http://schemas.openxmlformats.org/officeDocument/2006/relationships/presProps" Target="/ppt/presProps.xml" Id="Ra5d867cb13834662" /><Relationship Type="http://schemas.openxmlformats.org/officeDocument/2006/relationships/tableStyles" Target="/ppt/tableStyles.xml" Id="R901f7a67e2ae474c" /><Relationship Type="http://schemas.openxmlformats.org/officeDocument/2006/relationships/slide" Target="/ppt/slides/slide1.xml" Id="Rc6a1c4ea10314ac8" /><Relationship Type="http://schemas.openxmlformats.org/officeDocument/2006/relationships/slide" Target="/ppt/slides/slide2.xml" Id="R05e8771c22db44fc" /><Relationship Type="http://schemas.openxmlformats.org/officeDocument/2006/relationships/slide" Target="/ppt/slides/slide3.xml" Id="Rc017d05e7b7d49ae" /><Relationship Type="http://schemas.openxmlformats.org/officeDocument/2006/relationships/slide" Target="/ppt/slides/slide4.xml" Id="R8c524ca0c2b245b9" /><Relationship Type="http://schemas.openxmlformats.org/officeDocument/2006/relationships/slide" Target="/ppt/slides/slide5.xml" Id="R1eb8270fa230422e" /><Relationship Type="http://schemas.openxmlformats.org/officeDocument/2006/relationships/slide" Target="/ppt/slides/slide6.xml" Id="R4fc1cc1b860244b2" /><Relationship Type="http://schemas.openxmlformats.org/officeDocument/2006/relationships/slide" Target="/ppt/slides/slide7.xml" Id="R3c28ec46e3374188" /><Relationship Type="http://schemas.openxmlformats.org/officeDocument/2006/relationships/slide" Target="/ppt/slides/slide8.xml" Id="R20281808998e4c1b" /><Relationship Type="http://schemas.openxmlformats.org/officeDocument/2006/relationships/slide" Target="/ppt/slides/slide9.xml" Id="R4cbfb50e30bd40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6a99baaaac4a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a86b4449042cb" /><Relationship Type="http://schemas.openxmlformats.org/officeDocument/2006/relationships/notesMaster" Target="/ppt/notesMasters/notesMaster1.xml" Id="Rd0e3b0e51d34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8216cc85394d8c" /><Relationship Type="http://schemas.openxmlformats.org/officeDocument/2006/relationships/notesMaster" Target="/ppt/notesMasters/notesMaster1.xml" Id="R4099097f73164c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57ef2748c64981" /><Relationship Type="http://schemas.openxmlformats.org/officeDocument/2006/relationships/notesMaster" Target="/ppt/notesMasters/notesMaster1.xml" Id="R58bab7c897f243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f980455a2a4197" /><Relationship Type="http://schemas.openxmlformats.org/officeDocument/2006/relationships/notesMaster" Target="/ppt/notesMasters/notesMaster1.xml" Id="R4af40517f4e3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73ecace337435e" /><Relationship Type="http://schemas.openxmlformats.org/officeDocument/2006/relationships/notesMaster" Target="/ppt/notesMasters/notesMaster1.xml" Id="R0546f36c342445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654d8083eb4873" /><Relationship Type="http://schemas.openxmlformats.org/officeDocument/2006/relationships/notesMaster" Target="/ppt/notesMasters/notesMaster1.xml" Id="R949effac2529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9b5701aea146ab" /><Relationship Type="http://schemas.openxmlformats.org/officeDocument/2006/relationships/notesMaster" Target="/ppt/notesMasters/notesMaster1.xml" Id="Ra6548c616f4a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43fbdbb66d4d4f" /><Relationship Type="http://schemas.openxmlformats.org/officeDocument/2006/relationships/notesMaster" Target="/ppt/notesMasters/notesMaster1.xml" Id="Ra889bc46a70b40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20a01cd91c4a56" /><Relationship Type="http://schemas.openxmlformats.org/officeDocument/2006/relationships/notesMaster" Target="/ppt/notesMasters/notesMaster1.xml" Id="R5fea751f5a3e47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开场：这不是“AI 会不会取代所有人”的讨论，而是岗位中的任务如何被重新分配。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本页仅作为汇报目录。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第一个部分：先说明 AI 重写的是任务，而不是岗位名称瞬间消失。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依据：执行摘要、岗位与任务的变化清单。注意：不要把任务重组说成所有岗位立即消失。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第二个部分：说明为什么入门岗位首先感受到变化，以及哪些能力持续增值。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依据：谁在被淘汰、谁在替代与谁在增值。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第三个部分：给出面向普通职场人的可执行行动。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依据：给普通求职者的表达公式、个人路线图与建议。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收尾：回到“任务重组”这一核心结论，给出从一个高频任务开始的行动建议。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document: 《不会用AI的人，正在被谁淘汰(1).docx》 (2026-07-25).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20dada9b3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26a16d8bb4ea2" /><Relationship Type="http://schemas.openxmlformats.org/officeDocument/2006/relationships/slideLayout" Target="/ppt/slideLayouts/slideLayout1.xml" Id="R078654978a7942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8654978a7942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3c3e21cf4977" /><Relationship Type="http://schemas.openxmlformats.org/officeDocument/2006/relationships/notesSlide" Target="/ppt/notesSlides/notesSlide1.xml" Id="R622807bdc206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fbc3b0ba04f07" /><Relationship Type="http://schemas.openxmlformats.org/officeDocument/2006/relationships/notesSlide" Target="/ppt/notesSlides/notesSlide2.xml" Id="R998a48ae82ee4d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3bae832ca403f" /><Relationship Type="http://schemas.openxmlformats.org/officeDocument/2006/relationships/notesSlide" Target="/ppt/notesSlides/notesSlide3.xml" Id="Rb6d036838f35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b509eb6b14499" /><Relationship Type="http://schemas.openxmlformats.org/officeDocument/2006/relationships/notesSlide" Target="/ppt/notesSlides/notesSlide4.xml" Id="Rd839966b7e43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d8aa74b4d4601" /><Relationship Type="http://schemas.openxmlformats.org/officeDocument/2006/relationships/notesSlide" Target="/ppt/notesSlides/notesSlide5.xml" Id="Rbda093ebb84f4e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fd22e6af8470e" /><Relationship Type="http://schemas.openxmlformats.org/officeDocument/2006/relationships/notesSlide" Target="/ppt/notesSlides/notesSlide6.xml" Id="R7e81db1671b6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cc238e5bf41e2" /><Relationship Type="http://schemas.openxmlformats.org/officeDocument/2006/relationships/notesSlide" Target="/ppt/notesSlides/notesSlide7.xml" Id="R9153875331114e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01bc876ca4d27" /><Relationship Type="http://schemas.openxmlformats.org/officeDocument/2006/relationships/notesSlide" Target="/ppt/notesSlides/notesSlide8.xml" Id="R4684fe0d9d8b49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1ba4233834419" /><Relationship Type="http://schemas.openxmlformats.org/officeDocument/2006/relationships/notesSlide" Target="/ppt/notesSlides/notesSlide9.xml" Id="R59b5bfb75ed4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6430-F81D-423F-ADBE-3750161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E9071-2A89-4596-99CB-F195333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"/>
            <a:ext cx="1790700" cy="638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D65D-030E-45E8-9070-58BB301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335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E702BE-89A0-45D5-A44E-901EEE34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7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D1D1F"/>
                </a:solidFill>
              </a:defRPr>
            </a:pPr>
            <a:r>
              <a:rPr sz="3225" b="1">
                <a:solidFill>
                  <a:srgbClr val="1D1D1F"/>
                </a:solidFill>
              </a:rPr>
              <a:t>不会用 AI 的人，</a:t>
            </a:r>
          </a:p>
          <a:p xmlns:a="http://schemas.openxmlformats.org/drawingml/2006/main">
            <a:pPr algn="l">
              <a:defRPr sz="3225" b="1">
                <a:solidFill>
                  <a:srgbClr val="1D1D1F"/>
                </a:solidFill>
              </a:defRPr>
            </a:pPr>
            <a:r>
              <a:rPr sz="3225" b="1">
                <a:solidFill>
                  <a:srgbClr val="1D1D1F"/>
                </a:solidFill>
              </a:rPr>
              <a:t>正在被谁淘汰？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92531C-ABDA-4B0F-A5F8-3A37CC81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623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E6E73"/>
                </a:solidFill>
              </a:defRPr>
            </a:pPr>
            <a:r>
              <a:rPr sz="1650" b="0">
                <a:solidFill>
                  <a:srgbClr val="6E6E73"/>
                </a:solidFill>
              </a:rPr>
              <a:t>AI 先重写任务；人必须升级为结果交付者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014FF704-E433-4CE8-BC2D-9B5F124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1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73"/>
                </a:solidFill>
              </a:defRPr>
            </a:pPr>
            <a:r>
              <a:rPr sz="1050" b="0">
                <a:solidFill>
                  <a:srgbClr val="6E6E73"/>
                </a:solidFill>
              </a:rPr>
              <a:t>企业内部汇报案例｜基于研究材料整理</a:t>
            </a:r>
          </a:p>
        </p:txBody>
      </p:sp>
    </p:spTree>
    <p:extLst>
      <p:ext uri="{BB962C8B-B14F-4D97-AF65-F5344CB8AC3E}">
        <p14:creationId xmlns:p14="http://schemas.microsoft.com/office/powerpoint/2010/main" val="1789315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46064-79F0-4D47-8FAA-95C3B25F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54AC0-4E8F-4BC7-BFB5-AA9CE9F0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C866CF-E942-4366-946D-D2A99239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FBB2B-477B-422F-9A46-F107D102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9F5D5-1694-4DBC-935B-EE2BE3FC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060AB-E991-4708-AB0C-CF472E4D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1D1F"/>
                </a:solidFill>
              </a:defRPr>
            </a:pPr>
            <a:r>
              <a:rPr sz="2550" b="1">
                <a:solidFill>
                  <a:srgbClr val="1D1D1F"/>
                </a:solidFill>
              </a:rPr>
              <a:t>目录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9759C-4D69-45C2-AF8A-91F2A585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3148F9-124F-46E8-8C87-74312002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62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变化先发生在任务层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D3529-7D4A-403E-941C-C21BE12C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52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00BE1-CDDA-4C69-9308-EDACE6E0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03359-B9A2-4D86-8E35-2DA624ED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05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职业入口与价值重估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2AD3A-9161-45B7-8299-F49DFE9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95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BF9DF-CB47-4E1C-BA57-EEC8EA3F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677FF"/>
                </a:solidFill>
              </a:defRPr>
            </a:pPr>
            <a:r>
              <a:rPr sz="1350" b="1">
                <a:solidFill>
                  <a:srgbClr val="1677F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20F11-13BE-427C-8440-F86382DD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rPr sz="2100" b="1">
                <a:solidFill>
                  <a:srgbClr val="1D1D1F"/>
                </a:solidFill>
              </a:rPr>
              <a:t>从会用工具到交付结果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E7E6E-B70A-4FA4-9432-6DA31E9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A"/>
          </a:solidFill>
          <a:ln xmlns:a="http://schemas.openxmlformats.org/drawingml/2006/main" w="0">
            <a:solidFill>
              <a:srgbClr val="DD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3447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BD0FF-1489-40BD-81D7-2BD53FF9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1B4C7-1551-4C9F-890E-45BEC484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8EB1D-B581-434B-AB1A-5A11656F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534E8-53E8-47B3-9E87-58A555B8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变化先发生在任务层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F93F0-FE24-48AD-B9B5-2193D5A9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54D10-D1DD-412D-AAE0-818BE39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A75E3-8B80-4E80-BF61-49260BE9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144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317E0-6D99-4989-8D39-88B7A00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B65BC-031E-4263-9AE8-41296B15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BB086B-B099-42D7-8D00-716D9785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A817-837C-4100-90A1-6A69B43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8D79-E683-41A8-8224-46E50551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9C5A85-0B2D-4CB6-9A0C-F046F552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</a:defRPr>
            </a:pPr>
            <a:r>
              <a:rPr sz="2550" b="1">
                <a:solidFill>
                  <a:srgbClr val="1D1D1F"/>
                </a:solidFill>
              </a:rPr>
              <a:t>低判断密度任务最先承压</a:t>
            </a:r>
          </a:p>
        </p:txBody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E2B5A494-70EB-4DDF-A9D5-7C34167D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最容易被 AI 接手的，是输入与输出清晰、可标准化、可先出草稿的任务。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录入、汇总、改写、检索、分流、初稿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行政、客服、初级内容与报表整合等工作变化更早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岗位名称未必消失，但“只做初稿”的价值正在变薄</a:t>
            </a:r>
          </a:p>
        </p:txBody>
      </p:sp>
    </p:spTree>
    <p:extLst>
      <p:ext uri="{BB962C8B-B14F-4D97-AF65-F5344CB8AC3E}">
        <p14:creationId xmlns:p14="http://schemas.microsoft.com/office/powerpoint/2010/main" val="608169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42425-9BF8-4DF4-9C2C-E4399FD4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C7533-1D25-41D6-B1A2-D65FC0A1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1C61F-C46E-4A05-85A6-0BCCEF6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B750A-C4A7-4AF9-B971-3011431D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职业入口与价值重估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0079C-49DE-4305-A89D-A7D471E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AA0DF-B3AA-4067-B3A2-C1E77D06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09232-C7C5-4A60-A948-3BF4F740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2699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B28EE-D0EB-4369-871B-1BD4DF3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D4E6B-0C3D-4CEA-9227-942DFD3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E9B687-CE4C-41CC-A6AF-EE306F75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0E615-A051-4B0A-99AF-DA77FD2E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31C1-5996-4906-98D4-AE6C4D73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9D625-A83F-4842-A00E-ECDEEEFD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</a:defRPr>
            </a:pPr>
            <a:r>
              <a:rPr sz="2550" b="1">
                <a:solidFill>
                  <a:srgbClr val="1D1D1F"/>
                </a:solidFill>
              </a:rPr>
              <a:t>职业入口被“拆薄”，人的价值转向判断与责任</a:t>
            </a:r>
          </a:p>
        </p:txBody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58E9DEA5-EF7E-47CD-A9DE-70D48297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过去，重复任务常是初级员工熟悉流程、积累经验的入口；现在，AI 能先完成其中一部分。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留下的人更早承担复核、例外处理与客户沟通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判断、责任、面对面互动和跨部门协作更难被简单替代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学历仍有价值，但只会搜资料、做摘要、写初稿已不足以形成护城河</a:t>
            </a:r>
          </a:p>
        </p:txBody>
      </p:sp>
    </p:spTree>
    <p:extLst>
      <p:ext uri="{BB962C8B-B14F-4D97-AF65-F5344CB8AC3E}">
        <p14:creationId xmlns:p14="http://schemas.microsoft.com/office/powerpoint/2010/main" val="592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892BF-7818-417C-8623-248D2A55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7DAE7-E18E-4257-9766-4EC91FB5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"/>
            <a:ext cx="1943100" cy="641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7515F-ECE3-43D3-9AE6-45873355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CC4FF"/>
                </a:solidFill>
              </a:defRPr>
            </a:pPr>
            <a:r>
              <a:rPr sz="1050" b="1">
                <a:solidFill>
                  <a:srgbClr val="9CC4F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714EF-293D-4074-AE10-18F1676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7620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63A70"/>
                </a:solidFill>
              </a:defRPr>
            </a:pPr>
            <a:r>
              <a:rPr sz="3900" b="1">
                <a:solidFill>
                  <a:srgbClr val="163A70"/>
                </a:solidFill>
              </a:rPr>
              <a:t>从会用工具到交付结果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28CD-7E95-46ED-A9AC-BAF06D9E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385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37897-180A-41FA-AC29-4CCAD084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2CD8-2BB6-4804-9B08-9E24ABA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3001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36191-CEE6-4065-8287-21548D96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D2A17-157A-44EC-A529-F57C4AD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90216B-8F4F-4F1D-AF45-2DD5695E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0682A-F8D2-4A9D-B159-846A8AF3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1219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70"/>
          </a:solidFill>
          <a:ln xmlns:a="http://schemas.openxmlformats.org/drawingml/2006/main" w="0">
            <a:solidFill>
              <a:srgbClr val="163A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2723E-7EDF-4052-8601-41548E0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600825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EB2308-E66D-45ED-8B2D-156FDE6A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</a:defRPr>
            </a:pPr>
            <a:r>
              <a:rPr sz="2550" b="1">
                <a:solidFill>
                  <a:srgbClr val="1D1D1F"/>
                </a:solidFill>
              </a:rPr>
              <a:t>把 AI 接入主任务链，才能成为结果交付者</a:t>
            </a:r>
          </a:p>
        </p:txBody>
      </p:sp>
      <p:sp>
        <p:nvSpPr>
          <p:cNvPr id="7" name="body-content">
            <a:extLst xmlns:a="http://schemas.openxmlformats.org/drawingml/2006/main">
              <a:ext uri="{FF2B5EF4-FFF2-40B4-BE49-F238E27FC236}">
                <a16:creationId xmlns:a16="http://schemas.microsoft.com/office/drawing/2014/main" id="{335ED0C2-6604-4409-8B2D-FDCB5D90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876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真正的目标不是在简历上写“会用 AI”，而是能说清你如何改进了一条工作流。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找出每周最耗时的三个重复任务，先让 AI 试做初稿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为流程保留人类复核点，记录错误、异常和升级路径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用“业务场景—工具—流程变化—结果—复核方式”表达自己的项目证据</a:t>
            </a:r>
          </a:p>
          <a:p xmlns:a="http://schemas.openxmlformats.org/drawingml/2006/main">
            <a:pPr algn="l">
              <a:defRPr sz="1575" b="0">
                <a:solidFill>
                  <a:srgbClr val="1D1D1F"/>
                </a:solidFill>
              </a:defRPr>
            </a:pPr>
            <a:r>
              <a:rPr sz="1575" b="0">
                <a:solidFill>
                  <a:srgbClr val="1D1D1F"/>
                </a:solidFill>
              </a:rPr>
              <a:t>• 把时间转向质量、判断、客户与协作</a:t>
            </a:r>
          </a:p>
        </p:txBody>
      </p:sp>
    </p:spTree>
    <p:extLst>
      <p:ext uri="{BB962C8B-B14F-4D97-AF65-F5344CB8AC3E}">
        <p14:creationId xmlns:p14="http://schemas.microsoft.com/office/powerpoint/2010/main" val="1304375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3A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B5038-1F26-47F9-8E75-8421750E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7F01-E3ED-46E1-A3E1-A96D22E8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  <a:prstDash val="solid"/>
          </a:ln>
        </p:spPr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1DBDA63D-23E5-4E23-AF21-B69241FA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被替代的是低判断密度任务，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不是人的全部价值</a:t>
            </a:r>
          </a:p>
        </p:txBody>
      </p:sp>
      <p:sp>
        <p:nvSpPr>
          <p:cNvPr id="4" name="closing-summary">
            <a:extLst xmlns:a="http://schemas.openxmlformats.org/drawingml/2006/main">
              <a:ext uri="{FF2B5EF4-FFF2-40B4-BE49-F238E27FC236}">
                <a16:creationId xmlns:a16="http://schemas.microsoft.com/office/drawing/2014/main" id="{7871CA41-1647-449A-BA19-D44EBFA5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5FF"/>
                </a:solidFill>
              </a:defRPr>
            </a:pPr>
            <a:r>
              <a:rPr sz="1800" b="0">
                <a:solidFill>
                  <a:srgbClr val="D6E5FF"/>
                </a:solidFill>
              </a:rPr>
              <a:t>越早把 AI 接入主任务链，越能把自己升级到复核、决策、客户与组织价值的一侧。</a:t>
            </a:r>
          </a:p>
        </p:txBody>
      </p:sp>
      <p:sp>
        <p:nvSpPr>
          <p:cNvPr id="5" name="closing-meta">
            <a:extLst xmlns:a="http://schemas.openxmlformats.org/drawingml/2006/main">
              <a:ext uri="{FF2B5EF4-FFF2-40B4-BE49-F238E27FC236}">
                <a16:creationId xmlns:a16="http://schemas.microsoft.com/office/drawing/2014/main" id="{3704CDF7-E585-4DC7-B650-1AFD909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FF"/>
                </a:solidFill>
              </a:defRPr>
            </a:pPr>
            <a:r>
              <a:rPr sz="1050" b="0">
                <a:solidFill>
                  <a:srgbClr val="AFCBFF"/>
                </a:solidFill>
              </a:rPr>
              <a:t>下一步：从自己的一项高频任务开始，做出第一个可验证的 AI 工作流。</a:t>
            </a:r>
          </a:p>
        </p:txBody>
      </p:sp>
    </p:spTree>
    <p:extLst>
      <p:ext uri="{BB962C8B-B14F-4D97-AF65-F5344CB8AC3E}">
        <p14:creationId xmlns:p14="http://schemas.microsoft.com/office/powerpoint/2010/main" val="1348239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2026-07-26T12:15:46.9970000Z</dcterms:created>
  <dcterms:modified xsi:type="dcterms:W3CDTF">2026-07-26T12:15:46.9970000Z</dcterms:modified>
</coreProperties>
</file>