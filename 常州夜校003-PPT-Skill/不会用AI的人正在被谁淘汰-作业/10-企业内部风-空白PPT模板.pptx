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310a78b73247b1" /><Relationship Type="http://schemas.openxmlformats.org/officeDocument/2006/relationships/extended-properties" Target="/docProps/app.xml" Id="R15c28833c7da417c" /><Relationship Type="http://schemas.openxmlformats.org/officeDocument/2006/relationships/officeDocument" Target="/ppt/presentation.xml" Id="R4324d927d3894a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fa1b818bf64eef"/>
  </p:sldMasterIdLst>
  <p:notesMasterIdLst>
    <p:notesMasterId xmlns:r="http://schemas.openxmlformats.org/officeDocument/2006/relationships" r:id="Rdae9bde3b5c640ec"/>
  </p:notesMasterIdLst>
  <p:sldIdLst>
    <p:sldId xmlns:r="http://schemas.openxmlformats.org/officeDocument/2006/relationships" id="256" r:id="Rf74f0ad6adba4d93"/>
    <p:sldId xmlns:r="http://schemas.openxmlformats.org/officeDocument/2006/relationships" id="257" r:id="R73ac0362d2fa4fc0"/>
    <p:sldId xmlns:r="http://schemas.openxmlformats.org/officeDocument/2006/relationships" id="258" r:id="R2aa13bc5c9b044fc"/>
    <p:sldId xmlns:r="http://schemas.openxmlformats.org/officeDocument/2006/relationships" id="259" r:id="Ra13a572e4a924255"/>
    <p:sldId xmlns:r="http://schemas.openxmlformats.org/officeDocument/2006/relationships" id="260" r:id="R77e2ee0fbe9e4f82"/>
    <p:sldId xmlns:r="http://schemas.openxmlformats.org/officeDocument/2006/relationships" id="261" r:id="Rebed9f2dde114763"/>
    <p:sldId xmlns:r="http://schemas.openxmlformats.org/officeDocument/2006/relationships" id="262" r:id="Rd4fd6677b090425d"/>
    <p:sldId xmlns:r="http://schemas.openxmlformats.org/officeDocument/2006/relationships" id="263" r:id="R430302e30e8d42b2"/>
    <p:sldId xmlns:r="http://schemas.openxmlformats.org/officeDocument/2006/relationships" id="264" r:id="Rb5fa1019684742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bb0a05990747a2" /><Relationship Type="http://schemas.openxmlformats.org/officeDocument/2006/relationships/slideMaster" Target="/ppt/slideMasters/slideMaster1.xml" Id="Rccfa1b818bf64eef" /><Relationship Type="http://schemas.openxmlformats.org/officeDocument/2006/relationships/notesMaster" Target="/ppt/notesMasters/notesMaster1.xml" Id="Rdae9bde3b5c640ec" /><Relationship Type="http://schemas.openxmlformats.org/officeDocument/2006/relationships/presProps" Target="/ppt/presProps.xml" Id="R07c8c2f7cd184159" /><Relationship Type="http://schemas.openxmlformats.org/officeDocument/2006/relationships/tableStyles" Target="/ppt/tableStyles.xml" Id="R108ff14188404862" /><Relationship Type="http://schemas.openxmlformats.org/officeDocument/2006/relationships/slide" Target="/ppt/slides/slide1.xml" Id="Rf74f0ad6adba4d93" /><Relationship Type="http://schemas.openxmlformats.org/officeDocument/2006/relationships/slide" Target="/ppt/slides/slide2.xml" Id="R73ac0362d2fa4fc0" /><Relationship Type="http://schemas.openxmlformats.org/officeDocument/2006/relationships/slide" Target="/ppt/slides/slide3.xml" Id="R2aa13bc5c9b044fc" /><Relationship Type="http://schemas.openxmlformats.org/officeDocument/2006/relationships/slide" Target="/ppt/slides/slide4.xml" Id="Ra13a572e4a924255" /><Relationship Type="http://schemas.openxmlformats.org/officeDocument/2006/relationships/slide" Target="/ppt/slides/slide5.xml" Id="R77e2ee0fbe9e4f82" /><Relationship Type="http://schemas.openxmlformats.org/officeDocument/2006/relationships/slide" Target="/ppt/slides/slide6.xml" Id="Rebed9f2dde114763" /><Relationship Type="http://schemas.openxmlformats.org/officeDocument/2006/relationships/slide" Target="/ppt/slides/slide7.xml" Id="Rd4fd6677b090425d" /><Relationship Type="http://schemas.openxmlformats.org/officeDocument/2006/relationships/slide" Target="/ppt/slides/slide8.xml" Id="R430302e30e8d42b2" /><Relationship Type="http://schemas.openxmlformats.org/officeDocument/2006/relationships/slide" Target="/ppt/slides/slide9.xml" Id="Rb5fa1019684742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754491791040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4a67d2e53d4344" /><Relationship Type="http://schemas.openxmlformats.org/officeDocument/2006/relationships/notesMaster" Target="/ppt/notesMasters/notesMaster1.xml" Id="Rcd5d5c82a6f040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9c572d6cb54409" /><Relationship Type="http://schemas.openxmlformats.org/officeDocument/2006/relationships/notesMaster" Target="/ppt/notesMasters/notesMaster1.xml" Id="R4f99c361e7674c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5446586e4e4374" /><Relationship Type="http://schemas.openxmlformats.org/officeDocument/2006/relationships/notesMaster" Target="/ppt/notesMasters/notesMaster1.xml" Id="R4fb75f578cb444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24e3ed948e4240" /><Relationship Type="http://schemas.openxmlformats.org/officeDocument/2006/relationships/notesMaster" Target="/ppt/notesMasters/notesMaster1.xml" Id="Rd06065b4da914d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2fe76de9af4ade" /><Relationship Type="http://schemas.openxmlformats.org/officeDocument/2006/relationships/notesMaster" Target="/ppt/notesMasters/notesMaster1.xml" Id="R7fd2544237094c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41251b3b39433d" /><Relationship Type="http://schemas.openxmlformats.org/officeDocument/2006/relationships/notesMaster" Target="/ppt/notesMasters/notesMaster1.xml" Id="R50885a3586124b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cd8afe9bcb4bfc" /><Relationship Type="http://schemas.openxmlformats.org/officeDocument/2006/relationships/notesMaster" Target="/ppt/notesMasters/notesMaster1.xml" Id="R14dea9232f574b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d4101ca0064662" /><Relationship Type="http://schemas.openxmlformats.org/officeDocument/2006/relationships/notesMaster" Target="/ppt/notesMasters/notesMaster1.xml" Id="Rebc2253ee7df46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58ee10f5eb48eb" /><Relationship Type="http://schemas.openxmlformats.org/officeDocument/2006/relationships/notesMaster" Target="/ppt/notesMasters/notesMaster1.xml" Id="Rb9a3e0b4592146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slots]</a:t>
            </a:r>
          </a:p>
          <a:p xmlns:a="http://schemas.openxmlformats.org/drawingml/2006/main">
            <a:r>
              <a:t>cover-title: main title; cover-subtitle: subtitle; cover-meta: organization, date, or presenter.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slots]</a:t>
            </a:r>
          </a:p>
          <a:p xmlns:a="http://schemas.openxmlformats.org/drawingml/2006/main">
            <a:r>
              <a:t>Agenda labels can be renamed. Keep three items unless the narrative truly needs fewer or more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slots]</a:t>
            </a:r>
          </a:p>
          <a:p xmlns:a="http://schemas.openxmlformats.org/drawingml/2006/main">
            <a:r>
              <a:t>内容一: section divider. Replace label only if needed; preserve the side rail and page footer.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slots]</a:t>
            </a:r>
          </a:p>
          <a:p xmlns:a="http://schemas.openxmlformats.org/drawingml/2006/main">
            <a:r>
              <a:t>slide-title: conclusion-style title; body-content: main content. Use bullets, a small table, or a chart only when the material requires it. Do not draw decorative containers.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slots]</a:t>
            </a:r>
          </a:p>
          <a:p xmlns:a="http://schemas.openxmlformats.org/drawingml/2006/main">
            <a:r>
              <a:t>内容二: section divider. Replace label only if needed; preserve the side rail and page footer.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slots]</a:t>
            </a:r>
          </a:p>
          <a:p xmlns:a="http://schemas.openxmlformats.org/drawingml/2006/main">
            <a:r>
              <a:t>slide-title: conclusion-style title; body-content: main content. This is a plain corporate content page; retain the master-like header and footer.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slots]</a:t>
            </a:r>
          </a:p>
          <a:p xmlns:a="http://schemas.openxmlformats.org/drawingml/2006/main">
            <a:r>
              <a:t>内容三: section divider. Replace label only if needed; preserve the side rail and page footer.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slots]</a:t>
            </a:r>
          </a:p>
          <a:p xmlns:a="http://schemas.openxmlformats.org/drawingml/2006/main">
            <a:r>
              <a:t>slide-title: conclusion-style title; body-content: main content. Duplicate this page if the section needs additional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slots]</a:t>
            </a:r>
          </a:p>
          <a:p xmlns:a="http://schemas.openxmlformats.org/drawingml/2006/main">
            <a:r>
              <a:t>closing-title: final takeaway; closing-summary: call to action or closing message; closing-meta: contact or follow-up.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248d177e4443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807cde1a8e43a1" /><Relationship Type="http://schemas.openxmlformats.org/officeDocument/2006/relationships/slideLayout" Target="/ppt/slideLayouts/slideLayout1.xml" Id="R286950ce1c1240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6950ce1c1240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6f2a5cbde4b97" /><Relationship Type="http://schemas.openxmlformats.org/officeDocument/2006/relationships/notesSlide" Target="/ppt/notesSlides/notesSlide1.xml" Id="Rf6f6a6a38aa245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38a4c946f4d1c" /><Relationship Type="http://schemas.openxmlformats.org/officeDocument/2006/relationships/notesSlide" Target="/ppt/notesSlides/notesSlide2.xml" Id="R0a8eb10f376d4d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055f0b93245ff" /><Relationship Type="http://schemas.openxmlformats.org/officeDocument/2006/relationships/notesSlide" Target="/ppt/notesSlides/notesSlide3.xml" Id="R5d34d0e6ef6246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c6293003c4b6f" /><Relationship Type="http://schemas.openxmlformats.org/officeDocument/2006/relationships/notesSlide" Target="/ppt/notesSlides/notesSlide4.xml" Id="R7abd6bf366c247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93e93a5274770" /><Relationship Type="http://schemas.openxmlformats.org/officeDocument/2006/relationships/notesSlide" Target="/ppt/notesSlides/notesSlide5.xml" Id="R3c29c848ac3c4f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90559922e41a7" /><Relationship Type="http://schemas.openxmlformats.org/officeDocument/2006/relationships/notesSlide" Target="/ppt/notesSlides/notesSlide6.xml" Id="R63f519d4f73345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c48c4eb6644ed" /><Relationship Type="http://schemas.openxmlformats.org/officeDocument/2006/relationships/notesSlide" Target="/ppt/notesSlides/notesSlide7.xml" Id="R3e5acd63299945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98d4b861c4c8e" /><Relationship Type="http://schemas.openxmlformats.org/officeDocument/2006/relationships/notesSlide" Target="/ppt/notesSlides/notesSlide8.xml" Id="R0e1670747f184f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32bb7428a43ac" /><Relationship Type="http://schemas.openxmlformats.org/officeDocument/2006/relationships/notesSlide" Target="/ppt/notesSlides/notesSlide9.xml" Id="Rac4796a411ff41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26430-F81D-423F-ADBE-3750161C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E9071-2A89-4596-99CB-F195333C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7907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4D65D-030E-45E8-9070-58BB301D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3355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2E702BE-89A0-45D5-A44E-901EEE34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7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592531C-ABDA-4B0F-A5F8-3A37CC81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623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014FF704-E433-4CE8-BC2D-9B5F124C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810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893155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46064-79F0-4D47-8FAA-95C3B25F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54AC0-4E8F-4BC7-BFB5-AA9CE9F0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C866CF-E942-4366-946D-D2A99239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FBB2B-477B-422F-9A46-F107D102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9F5D5-1694-4DBC-935B-EE2BE3FC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6008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9060AB-E991-4708-AB0C-CF472E4D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D1F"/>
                </a:solidFill>
              </a:defRPr>
            </a:pPr>
            <a:r>
              <a:rPr sz="2550" b="1">
                <a:solidFill>
                  <a:srgbClr val="1D1D1F"/>
                </a:solidFill>
              </a:rPr>
              <a:t>目录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9759C-4D69-45C2-AF8A-91F2A585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148F9-124F-46E8-8C87-74312002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962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1F"/>
                </a:solidFill>
              </a:defRPr>
            </a:pPr>
            <a:r>
              <a:rPr sz="2100" b="1">
                <a:solidFill>
                  <a:srgbClr val="1D1D1F"/>
                </a:solidFill>
              </a:rPr>
              <a:t>内容一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D3529-7D4A-403E-941C-C21BE12C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5527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00BE1-CDDA-4C69-9308-EDACE6E0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03359-B9A2-4D86-8E35-2DA624ED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05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1F"/>
                </a:solidFill>
              </a:defRPr>
            </a:pPr>
            <a:r>
              <a:rPr sz="2100" b="1">
                <a:solidFill>
                  <a:srgbClr val="1D1D1F"/>
                </a:solidFill>
              </a:rPr>
              <a:t>内容二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2AD3A-9161-45B7-8299-F49DFE9D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957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BF9DF-CB47-4E1C-BA57-EEC8EA3F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20F11-13BE-427C-8440-F86382DD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48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1F"/>
                </a:solidFill>
              </a:defRPr>
            </a:pPr>
            <a:r>
              <a:rPr sz="2100" b="1">
                <a:solidFill>
                  <a:srgbClr val="1D1D1F"/>
                </a:solidFill>
              </a:rPr>
              <a:t>内容三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E7E6E-B70A-4FA4-9432-6DA31E9C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387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solidFill>
              <a:srgbClr val="DDE3E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234479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BD0FF-1489-40BD-81D7-2BD53FF9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1B4C7-1551-4C9F-890E-45BEC484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943100" cy="641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8EB1D-B581-434B-AB1A-5A11656F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4FF"/>
                </a:solidFill>
              </a:defRPr>
            </a:pPr>
            <a:r>
              <a:rPr sz="1050" b="1">
                <a:solidFill>
                  <a:srgbClr val="9CC4FF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534E8-53E8-47B3-9E87-58A555B8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28900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63A70"/>
                </a:solidFill>
              </a:defRPr>
            </a:pPr>
            <a:r>
              <a:rPr sz="3900" b="1">
                <a:solidFill>
                  <a:srgbClr val="163A70"/>
                </a:solidFill>
              </a:rPr>
              <a:t>内容一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F93F0-FE24-48AD-B9B5-2193D5A9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385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54D10-D1DD-412D-AAE0-818BE398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A75E3-8B80-4E80-BF61-49260BE9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6008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1443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317E0-6D99-4989-8D39-88B7A00E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B65BC-031E-4263-9AE8-41296B15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BB086B-B099-42D7-8D00-716D9785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8A817-837C-4100-90A1-6A69B435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68D79-E683-41A8-8224-46E50551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6008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9C5A85-0B2D-4CB6-9A0C-F046F552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body-content">
            <a:extLst xmlns:a="http://schemas.openxmlformats.org/drawingml/2006/main">
              <a:ext uri="{FF2B5EF4-FFF2-40B4-BE49-F238E27FC236}">
                <a16:creationId xmlns:a16="http://schemas.microsoft.com/office/drawing/2014/main" id="{E2B5A494-70EB-4DDF-A9D5-7C34167D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876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8169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42425-9BF8-4DF4-9C2C-E4399FD4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C7533-1D25-41D6-B1A2-D65FC0A1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943100" cy="641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1C61F-C46E-4A05-85A6-0BCCEF66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4FF"/>
                </a:solidFill>
              </a:defRPr>
            </a:pPr>
            <a:r>
              <a:rPr sz="1050" b="1">
                <a:solidFill>
                  <a:srgbClr val="9CC4FF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B750A-C4A7-4AF9-B971-3011431D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28900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63A70"/>
                </a:solidFill>
              </a:defRPr>
            </a:pPr>
            <a:r>
              <a:rPr sz="3900" b="1">
                <a:solidFill>
                  <a:srgbClr val="163A70"/>
                </a:solidFill>
              </a:rPr>
              <a:t>内容二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0079C-49DE-4305-A89D-A7D471E7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385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AA0DF-B3AA-4067-B3A2-C1E77D06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09232-C7C5-4A60-A948-3BF4F740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6008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526990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B28EE-D0EB-4369-871B-1BD4DF35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D4E6B-0C3D-4CEA-9227-942DFD37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E9B687-CE4C-41CC-A6AF-EE306F75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0E615-A051-4B0A-99AF-DA77FD2E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331C1-5996-4906-98D4-AE6C4D73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6008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79D625-A83F-4842-A00E-ECDEEEFD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body-content">
            <a:extLst xmlns:a="http://schemas.openxmlformats.org/drawingml/2006/main">
              <a:ext uri="{FF2B5EF4-FFF2-40B4-BE49-F238E27FC236}">
                <a16:creationId xmlns:a16="http://schemas.microsoft.com/office/drawing/2014/main" id="{58E9DEA5-EF7E-47CD-A9DE-70D48297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876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21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892BF-7818-417C-8623-248D2A55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7DAE7-E18E-4257-9766-4EC91FB5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943100" cy="641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7515F-ECE3-43D3-9AE6-45873355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4FF"/>
                </a:solidFill>
              </a:defRPr>
            </a:pPr>
            <a:r>
              <a:rPr sz="1050" b="1">
                <a:solidFill>
                  <a:srgbClr val="9CC4FF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714EF-293D-4074-AE10-18F16762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28900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63A70"/>
                </a:solidFill>
              </a:defRPr>
            </a:pPr>
            <a:r>
              <a:rPr sz="3900" b="1">
                <a:solidFill>
                  <a:srgbClr val="163A70"/>
                </a:solidFill>
              </a:rPr>
              <a:t>内容三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A28CD-7E95-46ED-A9AC-BAF06D9E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385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37897-180A-41FA-AC29-4CCAD084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32CD8-2BB6-4804-9B08-9E24ABAA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6008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530012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36191-CEE6-4065-8287-21548D96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D2A17-157A-44EC-A529-F57C4ADB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90216B-8F4F-4F1D-AF45-2DD5695E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0682A-F8D2-4A9D-B159-846A8AF3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2723E-7EDF-4052-8601-41548E0B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6008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EB2308-E66D-45ED-8B2D-156FDE6A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body-content">
            <a:extLst xmlns:a="http://schemas.openxmlformats.org/drawingml/2006/main">
              <a:ext uri="{FF2B5EF4-FFF2-40B4-BE49-F238E27FC236}">
                <a16:creationId xmlns:a16="http://schemas.microsoft.com/office/drawing/2014/main" id="{335ED0C2-6604-4409-8B2D-FDCB5D90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876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043753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63A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B5038-1F26-47F9-8E75-8421750E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07F01-E3ED-46E1-A3E1-A96D22E8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1DBDA63D-23E5-4E23-AF21-B69241FA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closing-summary">
            <a:extLst xmlns:a="http://schemas.openxmlformats.org/drawingml/2006/main">
              <a:ext uri="{FF2B5EF4-FFF2-40B4-BE49-F238E27FC236}">
                <a16:creationId xmlns:a16="http://schemas.microsoft.com/office/drawing/2014/main" id="{7871CA41-1647-449A-BA19-D44EBFA5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closing-meta">
            <a:extLst xmlns:a="http://schemas.openxmlformats.org/drawingml/2006/main">
              <a:ext uri="{FF2B5EF4-FFF2-40B4-BE49-F238E27FC236}">
                <a16:creationId xmlns:a16="http://schemas.microsoft.com/office/drawing/2014/main" id="{3704CDF7-E585-4DC7-B650-1AFD909E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48239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2026-07-26T12:00:05.5720000Z</dcterms:created>
  <dcterms:modified xsi:type="dcterms:W3CDTF">2026-07-26T12:00:05.5720000Z</dcterms:modified>
</coreProperties>
</file>