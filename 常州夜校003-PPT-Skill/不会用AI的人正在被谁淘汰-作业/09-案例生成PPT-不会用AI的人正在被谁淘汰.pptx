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7654ec8fc74641" /><Relationship Type="http://schemas.openxmlformats.org/officeDocument/2006/relationships/extended-properties" Target="/docProps/app.xml" Id="Rf7959f52a9c441f8" /><Relationship Type="http://schemas.openxmlformats.org/officeDocument/2006/relationships/officeDocument" Target="/ppt/presentation.xml" Id="Rfef7b77bc91741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862b8c36b74502"/>
  </p:sldMasterIdLst>
  <p:notesMasterIdLst>
    <p:notesMasterId xmlns:r="http://schemas.openxmlformats.org/officeDocument/2006/relationships" r:id="R6e6dccad89bf4d0e"/>
  </p:notesMasterIdLst>
  <p:sldIdLst>
    <p:sldId xmlns:r="http://schemas.openxmlformats.org/officeDocument/2006/relationships" id="256" r:id="R38987be4fb7d456e"/>
    <p:sldId xmlns:r="http://schemas.openxmlformats.org/officeDocument/2006/relationships" id="257" r:id="Re8a56e4bc7944e20"/>
    <p:sldId xmlns:r="http://schemas.openxmlformats.org/officeDocument/2006/relationships" id="258" r:id="R331a3cbc00194d4d"/>
    <p:sldId xmlns:r="http://schemas.openxmlformats.org/officeDocument/2006/relationships" id="259" r:id="R171ef00d8b89483a"/>
    <p:sldId xmlns:r="http://schemas.openxmlformats.org/officeDocument/2006/relationships" id="260" r:id="Rf78e6cc352d247d7"/>
    <p:sldId xmlns:r="http://schemas.openxmlformats.org/officeDocument/2006/relationships" id="261" r:id="Rcb0f84d3082c45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2af870873e4ef0" /><Relationship Type="http://schemas.openxmlformats.org/officeDocument/2006/relationships/slideMaster" Target="/ppt/slideMasters/slideMaster1.xml" Id="R59862b8c36b74502" /><Relationship Type="http://schemas.openxmlformats.org/officeDocument/2006/relationships/notesMaster" Target="/ppt/notesMasters/notesMaster1.xml" Id="R6e6dccad89bf4d0e" /><Relationship Type="http://schemas.openxmlformats.org/officeDocument/2006/relationships/presProps" Target="/ppt/presProps.xml" Id="Rddf13576ec674182" /><Relationship Type="http://schemas.openxmlformats.org/officeDocument/2006/relationships/tableStyles" Target="/ppt/tableStyles.xml" Id="R7eef709f75884a96" /><Relationship Type="http://schemas.openxmlformats.org/officeDocument/2006/relationships/slide" Target="/ppt/slides/slide1.xml" Id="R38987be4fb7d456e" /><Relationship Type="http://schemas.openxmlformats.org/officeDocument/2006/relationships/slide" Target="/ppt/slides/slide2.xml" Id="Re8a56e4bc7944e20" /><Relationship Type="http://schemas.openxmlformats.org/officeDocument/2006/relationships/slide" Target="/ppt/slides/slide3.xml" Id="R331a3cbc00194d4d" /><Relationship Type="http://schemas.openxmlformats.org/officeDocument/2006/relationships/slide" Target="/ppt/slides/slide4.xml" Id="R171ef00d8b89483a" /><Relationship Type="http://schemas.openxmlformats.org/officeDocument/2006/relationships/slide" Target="/ppt/slides/slide5.xml" Id="Rf78e6cc352d247d7" /><Relationship Type="http://schemas.openxmlformats.org/officeDocument/2006/relationships/slide" Target="/ppt/slides/slide6.xml" Id="Rcb0f84d3082c45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3d571955c945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51d894a9e340df" /><Relationship Type="http://schemas.openxmlformats.org/officeDocument/2006/relationships/notesMaster" Target="/ppt/notesMasters/notesMaster1.xml" Id="R646da7527d9d41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37a28ca11d4e69" /><Relationship Type="http://schemas.openxmlformats.org/officeDocument/2006/relationships/notesMaster" Target="/ppt/notesMasters/notesMaster1.xml" Id="Ra64a6352fdf846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f6bf5cf16645de" /><Relationship Type="http://schemas.openxmlformats.org/officeDocument/2006/relationships/notesMaster" Target="/ppt/notesMasters/notesMaster1.xml" Id="Rb64632a78a0e47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ee4eeded154d07" /><Relationship Type="http://schemas.openxmlformats.org/officeDocument/2006/relationships/notesMaster" Target="/ppt/notesMasters/notesMaster1.xml" Id="R3a48e9b69af846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60c6f7bae0420a" /><Relationship Type="http://schemas.openxmlformats.org/officeDocument/2006/relationships/notesMaster" Target="/ppt/notesMasters/notesMaster1.xml" Id="R261d1e9c137049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d5745cf26845d1" /><Relationship Type="http://schemas.openxmlformats.org/officeDocument/2006/relationships/notesMaster" Target="/ppt/notesMasters/notesMaster1.xml" Id="Rbe93d73c38c349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这份文件是教程中的独立案例成品，用于展示在视觉路线确认后的最终生成结果。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>- Cover image: AI-generated with OpenAI image generation; prompt recorded in the companion prompt guide.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正文依据：执行摘要、岗位与任务的变化清单。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>- Cover image: AI-generated with OpenAI image generation; prompt recorded in the companion prompt guide.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正文依据：岗位与任务的变化清单、谁在被淘汰。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>- Cover image: AI-generated with OpenAI image generation; prompt recorded in the companion prompt guide.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正文依据：执行摘要、谁在被淘汰、给个人的路线图。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>- Cover image: AI-generated with OpenAI image generation; prompt recorded in the companion prompt guide.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正文依据：谁在替代与谁在增值、企业、管理层与个人应对。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>- Cover image: AI-generated with OpenAI image generation; prompt recorded in the companion prompt guide.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正文依据：给普通求职者的表达公式、给个人的时间路线图与建议。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>- Cover image: AI-generated with OpenAI image generation; prompt recorded in the companion prompt guide.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0720ffbc145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8392c02a8b4abf" /><Relationship Type="http://schemas.openxmlformats.org/officeDocument/2006/relationships/slideLayout" Target="/ppt/slideLayouts/slideLayout1.xml" Id="R6a85d3a9e94b49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85d3a9e94b49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056f581824622" /><Relationship Type="http://schemas.openxmlformats.org/officeDocument/2006/relationships/image" Target="/ppt/media/image.png" Id="R41f5ff42701f4c7d" /><Relationship Type="http://schemas.openxmlformats.org/officeDocument/2006/relationships/notesSlide" Target="/ppt/notesSlides/notesSlide1.xml" Id="R09ef0b478aaf41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30c83763e451c" /><Relationship Type="http://schemas.openxmlformats.org/officeDocument/2006/relationships/notesSlide" Target="/ppt/notesSlides/notesSlide2.xml" Id="R87cf0c5d07324a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7e91b0d3a4295" /><Relationship Type="http://schemas.openxmlformats.org/officeDocument/2006/relationships/notesSlide" Target="/ppt/notesSlides/notesSlide3.xml" Id="Rca49bec735a446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907a5b1c7462b" /><Relationship Type="http://schemas.openxmlformats.org/officeDocument/2006/relationships/notesSlide" Target="/ppt/notesSlides/notesSlide4.xml" Id="Rbd1ac8c3b6d24c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1bc9e82ec4f55" /><Relationship Type="http://schemas.openxmlformats.org/officeDocument/2006/relationships/notesSlide" Target="/ppt/notesSlides/notesSlide5.xml" Id="R31466966409d49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9e2254fa245b2" /><Relationship Type="http://schemas.openxmlformats.org/officeDocument/2006/relationships/notesSlide" Target="/ppt/notesSlides/notesSlide6.xml" Id="Ra56b9206d5424f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5ff42701f4c7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476F6-8972-4A4B-8BCC-084F4147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81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BD0F6-3EB6-445A-A55F-D324D3EE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AB7FF"/>
                </a:solidFill>
              </a:defRPr>
            </a:pPr>
            <a:r>
              <a:rPr sz="1050" b="1">
                <a:solidFill>
                  <a:srgbClr val="6AB7FF"/>
                </a:solidFill>
              </a:rPr>
              <a:t>案例生成 PPT｜视觉方向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4FB92-55FD-4C90-942F-3D7CAE75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4362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不会用 AI 的人，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正在被谁淘汰？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F6239-09F8-43DA-BE44-E5F2639C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2D2D7"/>
                </a:solidFill>
              </a:defRPr>
            </a:pPr>
            <a:r>
              <a:rPr sz="1650" b="1">
                <a:solidFill>
                  <a:srgbClr val="D2D2D7"/>
                </a:solidFill>
              </a:rPr>
              <a:t>AI 先重写任务；</a:t>
            </a:r>
          </a:p>
          <a:p xmlns:a="http://schemas.openxmlformats.org/drawingml/2006/main">
            <a:pPr algn="l">
              <a:defRPr sz="1650" b="1">
                <a:solidFill>
                  <a:srgbClr val="D2D2D7"/>
                </a:solidFill>
              </a:defRPr>
            </a:pPr>
            <a:r>
              <a:rPr sz="1650" b="1">
                <a:solidFill>
                  <a:srgbClr val="D2D2D7"/>
                </a:solidFill>
              </a:rPr>
              <a:t>人必须升级为结果交付者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F2421-9183-408F-B9C0-A3246209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A84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B3DE6-A423-4F30-81EC-3F03E6A0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1A1A6"/>
                </a:solidFill>
              </a:defRPr>
            </a:pPr>
            <a:r>
              <a:rPr sz="1125" b="0">
                <a:solidFill>
                  <a:srgbClr val="A1A1A6"/>
                </a:solidFill>
              </a:rPr>
              <a:t>基于用户提供的研究材料生成</a:t>
            </a:r>
          </a:p>
        </p:txBody>
      </p:sp>
    </p:spTree>
    <p:extLst>
      <p:ext uri="{BB962C8B-B14F-4D97-AF65-F5344CB8AC3E}">
        <p14:creationId xmlns:p14="http://schemas.microsoft.com/office/powerpoint/2010/main" val="897562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EF7C8-7F1F-4F0A-877D-D8DA1B2D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4FF"/>
                </a:solidFill>
              </a:defRPr>
            </a:pPr>
            <a:r>
              <a:rPr sz="975" b="1">
                <a:solidFill>
                  <a:srgbClr val="0A84FF"/>
                </a:solidFill>
              </a:rPr>
              <a:t>变化首先发生在任务层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72113-3CB3-4600-9453-1295E124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37393-51F4-497B-BFF0-73DC8A87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D1D1F"/>
                </a:solidFill>
              </a:defRPr>
            </a:pPr>
            <a:r>
              <a:rPr sz="2625" b="1">
                <a:solidFill>
                  <a:srgbClr val="1D1D1F"/>
                </a:solidFill>
              </a:rPr>
              <a:t>AI 先重写工作里的“低判断密度部分”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D228F-E8F2-42C2-9E3E-9C8BD595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A84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3FB77-16C7-4A2E-8F5D-3C633EDD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5000625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B46E4-5D87-4D00-A403-D291AEF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过去：入门岗位靠这些任务练手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4803A-E4AA-491A-9791-8354AC95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</a:defRPr>
            </a:pPr>
            <a:r>
              <a:rPr sz="2250" b="1">
                <a:solidFill>
                  <a:srgbClr val="1D1D1F"/>
                </a:solidFill>
              </a:rPr>
              <a:t>录入  ·  汇总  ·  改写</a:t>
            </a:r>
          </a:p>
          <a:p xmlns:a="http://schemas.openxmlformats.org/drawingml/2006/main">
            <a:pPr algn="l">
              <a:defRPr sz="2250" b="1">
                <a:solidFill>
                  <a:srgbClr val="1D1D1F"/>
                </a:solidFill>
              </a:defRPr>
            </a:pPr>
            <a:r>
              <a:rPr sz="2250" b="1">
                <a:solidFill>
                  <a:srgbClr val="1D1D1F"/>
                </a:solidFill>
              </a:rPr>
              <a:t>检索  ·  分流  ·  初稿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6BB65-6709-4B6C-8268-6DBD8D74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</a:defRPr>
            </a:pPr>
            <a:r>
              <a:rPr sz="1275" b="0">
                <a:solidFill>
                  <a:srgbClr val="6E6E73"/>
                </a:solidFill>
              </a:rPr>
              <a:t>它们标准化、可数字化，也容易先由 AI 产出初稿。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1F12F-700F-42E3-A06F-5CF8A5FD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86000"/>
            <a:ext cx="5000625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7D927-E812-424C-816D-17B14CB3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590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现在：人把时间转向这些任务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E5F28-F709-47B9-95D5-F90D1A49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575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F"/>
                </a:solidFill>
              </a:defRPr>
            </a:pPr>
            <a:r>
              <a:rPr sz="2100" b="1">
                <a:solidFill>
                  <a:srgbClr val="1D1D1F"/>
                </a:solidFill>
              </a:rPr>
              <a:t>复核  ·  判断  ·  沟通</a:t>
            </a:r>
          </a:p>
          <a:p xmlns:a="http://schemas.openxmlformats.org/drawingml/2006/main">
            <a:pPr algn="l">
              <a:defRPr sz="2100" b="1">
                <a:solidFill>
                  <a:srgbClr val="1D1D1F"/>
                </a:solidFill>
              </a:defRPr>
            </a:pPr>
            <a:r>
              <a:rPr sz="2100" b="1">
                <a:solidFill>
                  <a:srgbClr val="1D1D1F"/>
                </a:solidFill>
              </a:rPr>
              <a:t>例外处理  ·  协作  ·  责任承担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7DCBD-6B06-4915-9E4B-5DF8C728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3434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</a:defRPr>
            </a:pPr>
            <a:r>
              <a:rPr sz="1275" b="0">
                <a:solidFill>
                  <a:srgbClr val="6E6E73"/>
                </a:solidFill>
              </a:rPr>
              <a:t>岗位没有瞬间消失，但“只做初稿”的价值正在变薄。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D77BC-A7AE-4B1B-B992-FA95F068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A84FF"/>
                </a:solidFill>
              </a:defRPr>
            </a:pPr>
            <a:r>
              <a:rPr sz="1575" b="1">
                <a:solidFill>
                  <a:srgbClr val="0A84FF"/>
                </a:solidFill>
              </a:rPr>
              <a:t>关键不是“有没有 AI”，而是能否把 AI 接入自己的主任务链。</a:t>
            </a:r>
          </a:p>
        </p:txBody>
      </p:sp>
    </p:spTree>
    <p:extLst>
      <p:ext uri="{BB962C8B-B14F-4D97-AF65-F5344CB8AC3E}">
        <p14:creationId xmlns:p14="http://schemas.microsoft.com/office/powerpoint/2010/main" val="597993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18D65-DB7F-4D85-B915-7E56E34E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4FF"/>
                </a:solidFill>
              </a:defRPr>
            </a:pPr>
            <a:r>
              <a:rPr sz="975" b="1">
                <a:solidFill>
                  <a:srgbClr val="0A84FF"/>
                </a:solidFill>
              </a:rPr>
              <a:t>最先承压的，是低判断密度任务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C1844-D0DC-4935-B89F-3CE574F5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71254-5E50-4C81-BDF0-DCD3BA4F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D1D1F"/>
                </a:solidFill>
              </a:defRPr>
            </a:pPr>
            <a:r>
              <a:rPr sz="2625" b="1">
                <a:solidFill>
                  <a:srgbClr val="1D1D1F"/>
                </a:solidFill>
              </a:rPr>
              <a:t>任务越标准化、越依赖文字表格、越能先出草稿，越容易被 AI 接手。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7AC73-890D-477D-8394-09DE3321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A84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E3EEC-9A66-4690-AF3C-C6BBCEB9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6F9BB-7795-4B0F-99CA-05ED2329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4FF"/>
                </a:solidFill>
              </a:defRPr>
            </a:pPr>
            <a:r>
              <a:rPr sz="975" b="1">
                <a:solidFill>
                  <a:srgbClr val="0A84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31125-9721-4D5C-AAFC-B75B205A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19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行政支持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03631-296A-43A5-BA03-25D35A46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纪要、排会、邮件初稿、表格录入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362BC-F674-4BAB-B230-F98B2BDB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23779-0C86-47B7-8A9E-A9A566B8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4FF"/>
                </a:solidFill>
              </a:defRPr>
            </a:pPr>
            <a:r>
              <a:rPr sz="975" b="1">
                <a:solidFill>
                  <a:srgbClr val="0A84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DE0EF-8276-4BD9-90B0-22072FF5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19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初级客服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B4DE3-34FD-4848-8C4F-7F7599F7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81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FAQ、工单分流、重复性解释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5A0E5-3652-46C6-B1DD-AB0987CF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8EA62-2E4C-4620-9BA9-19083B7D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4FF"/>
                </a:solidFill>
              </a:defRPr>
            </a:pPr>
            <a:r>
              <a:rPr sz="975" b="1">
                <a:solidFill>
                  <a:srgbClr val="0A84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9194A-093F-4947-88FE-79547588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内容与报表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01949-FF18-4AD1-B2D1-4412FF2F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9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调研摘要、文案变体、汇报初稿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A860A-59C9-4009-A992-44194D7C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5760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E892D-6C63-4CF9-8BDD-E200FA03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67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4FF"/>
                </a:solidFill>
              </a:defRPr>
            </a:pPr>
            <a:r>
              <a:rPr sz="975" b="1">
                <a:solidFill>
                  <a:srgbClr val="0A84F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1367B-06C3-49DC-8C7A-1D0F503C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29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基础知识工作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976D3-4F8F-42BC-B0A1-DBBC088C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91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资料检索、样板代码、测试初稿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493625-6CBD-4AC3-8457-2C3BF4DE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84FF"/>
                </a:solidFill>
              </a:defRPr>
            </a:pPr>
            <a:r>
              <a:rPr sz="1650" b="1">
                <a:solidFill>
                  <a:srgbClr val="0A84FF"/>
                </a:solidFill>
              </a:rPr>
              <a:t>被替代的不是某个岗位名称，而是岗位中原本最值钱的一段任务。</a:t>
            </a:r>
          </a:p>
        </p:txBody>
      </p:sp>
    </p:spTree>
    <p:extLst>
      <p:ext uri="{BB962C8B-B14F-4D97-AF65-F5344CB8AC3E}">
        <p14:creationId xmlns:p14="http://schemas.microsoft.com/office/powerpoint/2010/main" val="774863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9611D-2AD6-4731-AB0A-8EC8ECA0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职业入口正在变窄，但并没有消失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12069-228D-4B56-A50E-B71DC238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A84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A2EFD-59C6-406D-A499-A01260B9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6"/>
                </a:solidFill>
              </a:defRPr>
            </a:pPr>
            <a:r>
              <a:rPr sz="1275" b="1">
                <a:solidFill>
                  <a:srgbClr val="A1A1A6"/>
                </a:solidFill>
              </a:rPr>
              <a:t>过去的训练路径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E9D13-0D65-438F-83E4-C817732A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190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重复任务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↓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熟悉流程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↓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承担判断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06C61-B0AA-47EF-8220-40FDB284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AB7FF"/>
                </a:solidFill>
              </a:defRPr>
            </a:pPr>
            <a:r>
              <a:rPr sz="1275" b="1">
                <a:solidFill>
                  <a:srgbClr val="6AB7FF"/>
                </a:solidFill>
              </a:rPr>
              <a:t>正在变化的路径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3C73B-4D96-47AE-BC53-2E5575C6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2476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AI 先做初稿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↓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人更早参与复核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↓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更高的判断门槛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89813-2598-452E-9005-BABEC2F8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333375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216"/>
          </a:solidFill>
          <a:ln xmlns:a="http://schemas.openxmlformats.org/drawingml/2006/main" w="9525">
            <a:solidFill>
              <a:srgbClr val="2426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2BC00-6DC0-46A5-B446-685E9AC8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对个人的提示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35CDC-0D0D-40BC-B8A4-499DBE86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2D2D7"/>
                </a:solidFill>
              </a:defRPr>
            </a:pPr>
            <a:r>
              <a:rPr sz="1650" b="1">
                <a:solidFill>
                  <a:srgbClr val="D2D2D7"/>
                </a:solidFill>
              </a:rPr>
              <a:t>不要把目标停在</a:t>
            </a:r>
          </a:p>
          <a:p xmlns:a="http://schemas.openxmlformats.org/drawingml/2006/main">
            <a:pPr algn="l">
              <a:defRPr sz="1650" b="1">
                <a:solidFill>
                  <a:srgbClr val="D2D2D7"/>
                </a:solidFill>
              </a:defRPr>
            </a:pPr>
            <a:r>
              <a:rPr sz="1650" b="1">
                <a:solidFill>
                  <a:srgbClr val="D2D2D7"/>
                </a:solidFill>
              </a:rPr>
              <a:t>“会用一个工具”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D2D2D7"/>
                </a:solidFill>
              </a:defRPr>
            </a:pPr>
            <a:r>
              <a:rPr sz="1650" b="1">
                <a:solidFill>
                  <a:srgbClr val="D2D2D7"/>
                </a:solidFill>
              </a:rPr>
              <a:t>要证明你能</a:t>
            </a:r>
          </a:p>
          <a:p xmlns:a="http://schemas.openxmlformats.org/drawingml/2006/main">
            <a:pPr algn="l">
              <a:defRPr sz="1650" b="1">
                <a:solidFill>
                  <a:srgbClr val="D2D2D7"/>
                </a:solidFill>
              </a:defRPr>
            </a:pPr>
            <a:r>
              <a:rPr sz="1650" b="1">
                <a:solidFill>
                  <a:srgbClr val="D2D2D7"/>
                </a:solidFill>
              </a:rPr>
              <a:t>改进一条工作流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151ED-72A0-4CC5-AAEF-4F596212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AB7FF"/>
                </a:solidFill>
              </a:defRPr>
            </a:pPr>
            <a:r>
              <a:rPr sz="1575" b="1">
                <a:solidFill>
                  <a:srgbClr val="6AB7FF"/>
                </a:solidFill>
              </a:rPr>
              <a:t>入门岗位被“拆薄”，因此更早展示判断、协作和结果，变得更重要。</a:t>
            </a:r>
          </a:p>
        </p:txBody>
      </p:sp>
    </p:spTree>
    <p:extLst>
      <p:ext uri="{BB962C8B-B14F-4D97-AF65-F5344CB8AC3E}">
        <p14:creationId xmlns:p14="http://schemas.microsoft.com/office/powerpoint/2010/main" val="1540154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AE687-56CB-464A-B8DA-263FC0CC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4FF"/>
                </a:solidFill>
              </a:defRPr>
            </a:pPr>
            <a:r>
              <a:rPr sz="975" b="1">
                <a:solidFill>
                  <a:srgbClr val="0A84FF"/>
                </a:solidFill>
              </a:rPr>
              <a:t>人的价值正在向“高判断密度”迁移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91506-31E7-41B7-8321-91C86796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2A6A6-E33E-40C7-ACAE-D83B0B4F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D1D1F"/>
                </a:solidFill>
              </a:defRPr>
            </a:pPr>
            <a:r>
              <a:rPr sz="2625" b="1">
                <a:solidFill>
                  <a:srgbClr val="1D1D1F"/>
                </a:solidFill>
              </a:rPr>
              <a:t>AI 擅长规模化初稿；人仍需要为复杂选择、关系和责任签字。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A9655-935D-40EE-97F1-A397D7A2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A84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C7538-4275-4AA1-9529-68D3FF60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111252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ECF06-F4AD-4BCF-A986-021520F8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AI 更适合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3D639-5789-459D-B006-404C1ED0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高频、标准化、错误成本可控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BE64F-EF6B-4D01-BD09-83A566F8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111252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22F3D-D954-439A-9C58-B87F2DF1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人更关键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A729C-FA09-4DBA-BC7F-95D801B9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861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例外判断、伦理风险、客户关系、跨部门协作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EAB86-7F09-4861-914B-5B1F207E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111252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67F97-07F4-4DEA-A86A-2FE1C82F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F"/>
                </a:solidFill>
              </a:defRPr>
            </a:pPr>
            <a:r>
              <a:rPr sz="1575" b="1">
                <a:solidFill>
                  <a:srgbClr val="1D1D1F"/>
                </a:solidFill>
              </a:rPr>
              <a:t>人机协同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1FD3A-B947-46E4-9E2F-AF2E92F3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AI 先做 + 人类复核、升级与签字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E1AE0-55B5-4E7B-908F-EF4C50F3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84FF"/>
                </a:solidFill>
              </a:defRPr>
            </a:pPr>
            <a:r>
              <a:rPr sz="1650" b="1">
                <a:solidFill>
                  <a:srgbClr val="0A84FF"/>
                </a:solidFill>
              </a:rPr>
              <a:t>把自己从“信息搬运者”升级为“结果、质量与关系的负责人”。</a:t>
            </a:r>
          </a:p>
        </p:txBody>
      </p:sp>
    </p:spTree>
    <p:extLst>
      <p:ext uri="{BB962C8B-B14F-4D97-AF65-F5344CB8AC3E}">
        <p14:creationId xmlns:p14="http://schemas.microsoft.com/office/powerpoint/2010/main" val="17086830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8C7707-ABE0-4366-A33D-CE91A264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84FF"/>
                </a:solidFill>
              </a:defRPr>
            </a:pPr>
            <a:r>
              <a:rPr sz="975" b="1">
                <a:solidFill>
                  <a:srgbClr val="0A84FF"/>
                </a:solidFill>
              </a:rPr>
              <a:t>下一步：把 AI 接入你的主任务链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5AD95-D86B-465E-9FC7-5142301F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1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B37BF-89D0-46AA-8BF6-86624AEB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D1D1F"/>
                </a:solidFill>
              </a:defRPr>
            </a:pPr>
            <a:r>
              <a:rPr sz="2625" b="1">
                <a:solidFill>
                  <a:srgbClr val="1D1D1F"/>
                </a:solidFill>
              </a:rPr>
              <a:t>不要只写“会用 AI”；要能说明在什么场景，改了什么流程，交付了什么结果。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725F3-C236-4A93-A56A-605FFF66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84FF"/>
          </a:solidFill>
          <a:ln xmlns:a="http://schemas.openxmlformats.org/drawingml/2006/main" w="0">
            <a:solidFill>
              <a:srgbClr val="0A84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AACD1-B1B2-42DC-957D-A169C737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FA50F-388E-4D84-AAF2-BD3F6AE2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84FF"/>
                </a:solidFill>
              </a:defRPr>
            </a:pPr>
            <a:r>
              <a:rPr sz="1050" b="1">
                <a:solidFill>
                  <a:srgbClr val="0A84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4BCC1-8F7A-48A8-AEBB-CF21B7C6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找任务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0CDBB-B896-4532-9E02-B8851705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列出每周最耗时的 3 个重复任务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89A1C-BA87-43C7-B455-EF61AF97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33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84FF"/>
                </a:solidFill>
              </a:defRPr>
            </a:pPr>
            <a:r>
              <a:rPr sz="1650" b="1">
                <a:solidFill>
                  <a:srgbClr val="0A84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53AF4-2961-427B-8F4B-6821C4BC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FE788-DE7E-4B7B-975A-D2143BEE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84FF"/>
                </a:solidFill>
              </a:defRPr>
            </a:pPr>
            <a:r>
              <a:rPr sz="1050" b="1">
                <a:solidFill>
                  <a:srgbClr val="0A84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531F3-0BD6-48A7-BAF6-1662B13D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05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先试做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D7D9F-C907-4063-B58D-5C87071A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433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让 AI 产出初稿，保留人工复核点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D4071-269D-4EC5-A826-12BFE39F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33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84FF"/>
                </a:solidFill>
              </a:defRPr>
            </a:pPr>
            <a:r>
              <a:rPr sz="1650" b="1">
                <a:solidFill>
                  <a:srgbClr val="0A84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FB503-54B8-42B9-BFD4-602611F4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BE55F-9A96-4E0F-AFA2-DDD626AC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84FF"/>
                </a:solidFill>
              </a:defRPr>
            </a:pPr>
            <a:r>
              <a:rPr sz="1050" b="1">
                <a:solidFill>
                  <a:srgbClr val="0A84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6BC47-FBC3-467F-9535-0F07A981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做证据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8C10B-B22A-4D77-A53F-AF9B6D8C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433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记录时间、质量、风险和客户体验的变化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1A435-71D2-4243-B456-1C9C63A5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33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84FF"/>
                </a:solidFill>
              </a:defRPr>
            </a:pPr>
            <a:r>
              <a:rPr sz="1650" b="1">
                <a:solidFill>
                  <a:srgbClr val="0A84FF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23365D-AC14-4533-BC58-1C899CF5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193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797D0-17B8-4C7E-B484-F4ECA723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860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84FF"/>
                </a:solidFill>
              </a:defRPr>
            </a:pPr>
            <a:r>
              <a:rPr sz="1050" b="1">
                <a:solidFill>
                  <a:srgbClr val="0A84FF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FB6D30-A8C7-44BC-98CB-C3B5134F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</a:defRPr>
            </a:pPr>
            <a:r>
              <a:rPr sz="1650" b="1">
                <a:solidFill>
                  <a:srgbClr val="1D1D1F"/>
                </a:solidFill>
              </a:rPr>
              <a:t>会表达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0931D-899B-4EDD-BB97-48AA2E32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433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用“场景—流程—结果—复核”讲清自己的价值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AD1F5B-AFA2-41F1-8F6E-D7669F00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19700"/>
            <a:ext cx="4381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84FF"/>
          </a:solidFill>
          <a:ln xmlns:a="http://schemas.openxmlformats.org/drawingml/2006/main" w="9525">
            <a:solidFill>
              <a:srgbClr val="0A8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7163F6-5EC3-45A6-A6F2-1C01602E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38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从“会用工具”到“能交付结果”</a:t>
            </a:r>
          </a:p>
        </p:txBody>
      </p:sp>
    </p:spTree>
    <p:extLst>
      <p:ext uri="{BB962C8B-B14F-4D97-AF65-F5344CB8AC3E}">
        <p14:creationId xmlns:p14="http://schemas.microsoft.com/office/powerpoint/2010/main" val="431909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2026-07-26T11:51:15.1860000Z</dcterms:created>
  <dcterms:modified xsi:type="dcterms:W3CDTF">2026-07-26T11:51:15.1860000Z</dcterms:modified>
</coreProperties>
</file>