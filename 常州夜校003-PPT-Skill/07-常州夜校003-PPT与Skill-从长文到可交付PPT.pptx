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b073f62224c7c" /><Relationship Type="http://schemas.openxmlformats.org/officeDocument/2006/relationships/extended-properties" Target="/docProps/app.xml" Id="R2372478aef9544ed" /><Relationship Type="http://schemas.openxmlformats.org/officeDocument/2006/relationships/officeDocument" Target="/ppt/presentation.xml" Id="R5295b603f7784a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69e2f528746f6"/>
  </p:sldMasterIdLst>
  <p:notesMasterIdLst>
    <p:notesMasterId xmlns:r="http://schemas.openxmlformats.org/officeDocument/2006/relationships" r:id="R18426617be014823"/>
  </p:notesMasterIdLst>
  <p:sldIdLst>
    <p:sldId xmlns:r="http://schemas.openxmlformats.org/officeDocument/2006/relationships" id="256" r:id="R9829a5e7e41e4f57"/>
    <p:sldId xmlns:r="http://schemas.openxmlformats.org/officeDocument/2006/relationships" id="257" r:id="Rf701db8e66f44d48"/>
    <p:sldId xmlns:r="http://schemas.openxmlformats.org/officeDocument/2006/relationships" id="258" r:id="R5c481ad08c0c4bcb"/>
    <p:sldId xmlns:r="http://schemas.openxmlformats.org/officeDocument/2006/relationships" id="259" r:id="Rbbdff278daaa4537"/>
    <p:sldId xmlns:r="http://schemas.openxmlformats.org/officeDocument/2006/relationships" id="260" r:id="Rccadeda5bb28475c"/>
    <p:sldId xmlns:r="http://schemas.openxmlformats.org/officeDocument/2006/relationships" id="261" r:id="Ra46e97c7b72f432c"/>
    <p:sldId xmlns:r="http://schemas.openxmlformats.org/officeDocument/2006/relationships" id="262" r:id="Racdcdd8cf5274bb5"/>
    <p:sldId xmlns:r="http://schemas.openxmlformats.org/officeDocument/2006/relationships" id="263" r:id="R14bf727d89ee40b0"/>
    <p:sldId xmlns:r="http://schemas.openxmlformats.org/officeDocument/2006/relationships" id="264" r:id="R84a6347c5bf44313"/>
    <p:sldId xmlns:r="http://schemas.openxmlformats.org/officeDocument/2006/relationships" id="265" r:id="R7dd6be5d856a4357"/>
    <p:sldId xmlns:r="http://schemas.openxmlformats.org/officeDocument/2006/relationships" id="266" r:id="Re6b9306f599647e4"/>
    <p:sldId xmlns:r="http://schemas.openxmlformats.org/officeDocument/2006/relationships" id="267" r:id="R2a75eca4cde449d1"/>
    <p:sldId xmlns:r="http://schemas.openxmlformats.org/officeDocument/2006/relationships" id="268" r:id="Rba3834d61ede4c77"/>
    <p:sldId xmlns:r="http://schemas.openxmlformats.org/officeDocument/2006/relationships" id="269" r:id="R8c93ea41f6ff48a9"/>
    <p:sldId xmlns:r="http://schemas.openxmlformats.org/officeDocument/2006/relationships" id="270" r:id="Rfaf6874f805c483d"/>
    <p:sldId xmlns:r="http://schemas.openxmlformats.org/officeDocument/2006/relationships" id="271" r:id="R8dabcc1239714c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ef0e943ed4188" /><Relationship Type="http://schemas.openxmlformats.org/officeDocument/2006/relationships/slideMaster" Target="/ppt/slideMasters/slideMaster1.xml" Id="Re6d69e2f528746f6" /><Relationship Type="http://schemas.openxmlformats.org/officeDocument/2006/relationships/notesMaster" Target="/ppt/notesMasters/notesMaster1.xml" Id="R18426617be014823" /><Relationship Type="http://schemas.openxmlformats.org/officeDocument/2006/relationships/presProps" Target="/ppt/presProps.xml" Id="R145cfb2bb5354c29" /><Relationship Type="http://schemas.openxmlformats.org/officeDocument/2006/relationships/tableStyles" Target="/ppt/tableStyles.xml" Id="R1b0ff8218e0148b7" /><Relationship Type="http://schemas.openxmlformats.org/officeDocument/2006/relationships/slide" Target="/ppt/slides/slide1.xml" Id="R9829a5e7e41e4f57" /><Relationship Type="http://schemas.openxmlformats.org/officeDocument/2006/relationships/slide" Target="/ppt/slides/slide2.xml" Id="Rf701db8e66f44d48" /><Relationship Type="http://schemas.openxmlformats.org/officeDocument/2006/relationships/slide" Target="/ppt/slides/slide3.xml" Id="R5c481ad08c0c4bcb" /><Relationship Type="http://schemas.openxmlformats.org/officeDocument/2006/relationships/slide" Target="/ppt/slides/slide4.xml" Id="Rbbdff278daaa4537" /><Relationship Type="http://schemas.openxmlformats.org/officeDocument/2006/relationships/slide" Target="/ppt/slides/slide5.xml" Id="Rccadeda5bb28475c" /><Relationship Type="http://schemas.openxmlformats.org/officeDocument/2006/relationships/slide" Target="/ppt/slides/slide6.xml" Id="Ra46e97c7b72f432c" /><Relationship Type="http://schemas.openxmlformats.org/officeDocument/2006/relationships/slide" Target="/ppt/slides/slide7.xml" Id="Racdcdd8cf5274bb5" /><Relationship Type="http://schemas.openxmlformats.org/officeDocument/2006/relationships/slide" Target="/ppt/slides/slide8.xml" Id="R14bf727d89ee40b0" /><Relationship Type="http://schemas.openxmlformats.org/officeDocument/2006/relationships/slide" Target="/ppt/slides/slide9.xml" Id="R84a6347c5bf44313" /><Relationship Type="http://schemas.openxmlformats.org/officeDocument/2006/relationships/slide" Target="/ppt/slides/slide10.xml" Id="R7dd6be5d856a4357" /><Relationship Type="http://schemas.openxmlformats.org/officeDocument/2006/relationships/slide" Target="/ppt/slides/slide11.xml" Id="Re6b9306f599647e4" /><Relationship Type="http://schemas.openxmlformats.org/officeDocument/2006/relationships/slide" Target="/ppt/slides/slide12.xml" Id="R2a75eca4cde449d1" /><Relationship Type="http://schemas.openxmlformats.org/officeDocument/2006/relationships/slide" Target="/ppt/slides/slide13.xml" Id="Rba3834d61ede4c77" /><Relationship Type="http://schemas.openxmlformats.org/officeDocument/2006/relationships/slide" Target="/ppt/slides/slide14.xml" Id="R8c93ea41f6ff48a9" /><Relationship Type="http://schemas.openxmlformats.org/officeDocument/2006/relationships/slide" Target="/ppt/slides/slide15.xml" Id="Rfaf6874f805c483d" /><Relationship Type="http://schemas.openxmlformats.org/officeDocument/2006/relationships/slide" Target="/ppt/slides/slide16.xml" Id="R8dabcc1239714c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cb31a4d694e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317e88abed4d18" /><Relationship Type="http://schemas.openxmlformats.org/officeDocument/2006/relationships/notesMaster" Target="/ppt/notesMasters/notesMaster1.xml" Id="R9de8c98b5a7f48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7e40def2ae4342" /><Relationship Type="http://schemas.openxmlformats.org/officeDocument/2006/relationships/notesMaster" Target="/ppt/notesMasters/notesMaster1.xml" Id="Ra31212a3fd324d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7a2705ec2450b" /><Relationship Type="http://schemas.openxmlformats.org/officeDocument/2006/relationships/notesMaster" Target="/ppt/notesMasters/notesMaster1.xml" Id="R17d82ff91a67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e44a228e2743a3" /><Relationship Type="http://schemas.openxmlformats.org/officeDocument/2006/relationships/notesMaster" Target="/ppt/notesMasters/notesMaster1.xml" Id="Rf1ee9792bb314d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785b6ef595496f" /><Relationship Type="http://schemas.openxmlformats.org/officeDocument/2006/relationships/notesMaster" Target="/ppt/notesMasters/notesMaster1.xml" Id="R362e0217a44444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bdc26b9b2f4c60" /><Relationship Type="http://schemas.openxmlformats.org/officeDocument/2006/relationships/notesMaster" Target="/ppt/notesMasters/notesMaster1.xml" Id="Rcbd5764e3d474c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cbfa7a91144f4a" /><Relationship Type="http://schemas.openxmlformats.org/officeDocument/2006/relationships/notesMaster" Target="/ppt/notesMasters/notesMaster1.xml" Id="Re7e79bb50e78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6d457136043d4" /><Relationship Type="http://schemas.openxmlformats.org/officeDocument/2006/relationships/notesMaster" Target="/ppt/notesMasters/notesMaster1.xml" Id="R6ee35c5c74354f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6bebe889b54f4d" /><Relationship Type="http://schemas.openxmlformats.org/officeDocument/2006/relationships/notesMaster" Target="/ppt/notesMasters/notesMaster1.xml" Id="R84a3571591ec43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84b297b8854179" /><Relationship Type="http://schemas.openxmlformats.org/officeDocument/2006/relationships/notesMaster" Target="/ppt/notesMasters/notesMaster1.xml" Id="R129abee13c234b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0e11c65d4a4e40" /><Relationship Type="http://schemas.openxmlformats.org/officeDocument/2006/relationships/notesMaster" Target="/ppt/notesMasters/notesMaster1.xml" Id="Rdb038f6f034f4d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d206da8b1e461b" /><Relationship Type="http://schemas.openxmlformats.org/officeDocument/2006/relationships/notesMaster" Target="/ppt/notesMasters/notesMaster1.xml" Id="R7b9f0d15d8194c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8d35d132fd4929" /><Relationship Type="http://schemas.openxmlformats.org/officeDocument/2006/relationships/notesMaster" Target="/ppt/notesMasters/notesMaster1.xml" Id="R81421f7762364b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f5378abe6a4f47" /><Relationship Type="http://schemas.openxmlformats.org/officeDocument/2006/relationships/notesMaster" Target="/ppt/notesMasters/notesMaster1.xml" Id="R19e8a3a0c6b346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416e4905d745c5" /><Relationship Type="http://schemas.openxmlformats.org/officeDocument/2006/relationships/notesMaster" Target="/ppt/notesMasters/notesMaster1.xml" Id="R78ba3178fc5747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8d1909324745b3" /><Relationship Type="http://schemas.openxmlformats.org/officeDocument/2006/relationships/notesMaster" Target="/ppt/notesMasters/notesMaster1.xml" Id="Rd68f034b838e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开场：今天不比“谁能一键出 PPT”，而是学习把 AI 放进可靠的生成流程。</a:t>
            </a:r>
          </a:p>
          <a:p xmlns:a="http://schemas.openxmlformats.org/drawingml/2006/main">
            <a:r>
              <a:t>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提示：Skill 不是一句神奇口令，而是可复用的专业工作流程。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用文章作为反例：内容很多，直接做 PPT 往往得到密集文字。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强调：生成 PPT 是最后一步，不是第一步。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教程内容：强调先做可确认的故事线。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完整版本见配套讲义《PPT 与 Skill：四步生成提示词》。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讲授重点：AI 提供备选与理由；人选择方向。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完整版本见配套讲义。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教程内容：首页预览是方法，不在教程里展示案例成品。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提示：数据页、流程页通常不需要 AI 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完整版本见配套讲义。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解释两条路线：从零生成与模板填充。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如有模板，加入“必须基于模板填充，不能重做模板”的约束。完整版本见配套讲义。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模板填充适合公司统一品牌、固定版式和正式交付。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收尾练习：请每位学员带一份自己工作中的长文、会议纪要或数据材料，先完成第一步。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acf5b917d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4d2d63be274100" /><Relationship Type="http://schemas.openxmlformats.org/officeDocument/2006/relationships/slideLayout" Target="/ppt/slideLayouts/slideLayout1.xml" Id="Rdf25a689e75248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5a689e752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a5a93561a4e88" /><Relationship Type="http://schemas.openxmlformats.org/officeDocument/2006/relationships/image" Target="/ppt/media/image.png" Id="Rf14a4ae1838c490a" /><Relationship Type="http://schemas.openxmlformats.org/officeDocument/2006/relationships/notesSlide" Target="/ppt/notesSlides/notesSlide1.xml" Id="Rc4ef6153958b4d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736b4c0614861" /><Relationship Type="http://schemas.openxmlformats.org/officeDocument/2006/relationships/notesSlide" Target="/ppt/notesSlides/notesSlide2.xml" Id="Rade5888a63a64c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39518f91147d4" /><Relationship Type="http://schemas.openxmlformats.org/officeDocument/2006/relationships/notesSlide" Target="/ppt/notesSlides/notesSlide3.xml" Id="R00d37f5093c145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7b2ad5c614420" /><Relationship Type="http://schemas.openxmlformats.org/officeDocument/2006/relationships/notesSlide" Target="/ppt/notesSlides/notesSlide4.xml" Id="Rf43e02670cef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162542a014dda" /><Relationship Type="http://schemas.openxmlformats.org/officeDocument/2006/relationships/notesSlide" Target="/ppt/notesSlides/notesSlide5.xml" Id="R795401b7232643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7d1bc4b804735" /><Relationship Type="http://schemas.openxmlformats.org/officeDocument/2006/relationships/notesSlide" Target="/ppt/notesSlides/notesSlide6.xml" Id="R93d8ff7f292a4e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ef65eb04c45d1" /><Relationship Type="http://schemas.openxmlformats.org/officeDocument/2006/relationships/notesSlide" Target="/ppt/notesSlides/notesSlide7.xml" Id="R1e35668fcf8046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b00592e574f83" /><Relationship Type="http://schemas.openxmlformats.org/officeDocument/2006/relationships/notesSlide" Target="/ppt/notesSlides/notesSlide8.xml" Id="R74e6831bb2cd46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f4606b4e9463d" /><Relationship Type="http://schemas.openxmlformats.org/officeDocument/2006/relationships/notesSlide" Target="/ppt/notesSlides/notesSlide9.xml" Id="Rb52b5751be0348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891b271e745b7" /><Relationship Type="http://schemas.openxmlformats.org/officeDocument/2006/relationships/notesSlide" Target="/ppt/notesSlides/notesSlide10.xml" Id="Rd94c0fcb424540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9ce4c800d4808" /><Relationship Type="http://schemas.openxmlformats.org/officeDocument/2006/relationships/notesSlide" Target="/ppt/notesSlides/notesSlide11.xml" Id="R37b34e007c4943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5e1fcc2e1444b" /><Relationship Type="http://schemas.openxmlformats.org/officeDocument/2006/relationships/notesSlide" Target="/ppt/notesSlides/notesSlide12.xml" Id="Rd793067bad7c48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75e7ad92d4aab" /><Relationship Type="http://schemas.openxmlformats.org/officeDocument/2006/relationships/notesSlide" Target="/ppt/notesSlides/notesSlide13.xml" Id="Rf46fee59931b46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35baf07184028" /><Relationship Type="http://schemas.openxmlformats.org/officeDocument/2006/relationships/notesSlide" Target="/ppt/notesSlides/notesSlide14.xml" Id="R7680327c495f4d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d6f055d564b45" /><Relationship Type="http://schemas.openxmlformats.org/officeDocument/2006/relationships/image" Target="/ppt/media/image2.png" Id="R05528c84f0ac43ea" /><Relationship Type="http://schemas.openxmlformats.org/officeDocument/2006/relationships/notesSlide" Target="/ppt/notesSlides/notesSlide15.xml" Id="R6d1d2afa5b4f4a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fad0782c44499" /><Relationship Type="http://schemas.openxmlformats.org/officeDocument/2006/relationships/notesSlide" Target="/ppt/notesSlides/notesSlide16.xml" Id="Re3647b243a1848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a4ae1838c490a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8F3D5-D85C-4CF8-982E-97847A5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E4493-0350-4B3D-8E7B-BCE232F1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B7FF"/>
                </a:solidFill>
              </a:defRPr>
            </a:pPr>
            <a:r>
              <a:rPr sz="1050" b="1">
                <a:solidFill>
                  <a:srgbClr val="6AB7FF"/>
                </a:solidFill>
              </a:rPr>
              <a:t>常州夜校 003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C4EF2-E041-4049-9E63-44CC8D1B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PPT × Skill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1FECC-1244-427C-9CFB-1AECAEB7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把一篇长文变成一份</a:t>
            </a:r>
          </a:p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能讲清、能交付的 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39F10-7EEC-48AF-B30C-32202D87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2D2D7"/>
                </a:solidFill>
              </a:defRPr>
            </a:pPr>
            <a:r>
              <a:rPr sz="1425" b="0">
                <a:solidFill>
                  <a:srgbClr val="D2D2D7"/>
                </a:solidFill>
              </a:rPr>
              <a:t>用同一套四步流程：内容 → 页面 → 素材 → 成品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38F8B-8E14-4132-B9C7-6092118B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BE5F7-ACE3-4D81-A036-3BDE5798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6"/>
                </a:solidFill>
              </a:defRPr>
            </a:pPr>
            <a:r>
              <a:rPr sz="1050" b="0">
                <a:solidFill>
                  <a:srgbClr val="A1A1A6"/>
                </a:solidFill>
              </a:rPr>
              <a:t>案例材料：《不会用 AI 的人，正在被谁淘汰》</a:t>
            </a:r>
          </a:p>
        </p:txBody>
      </p:sp>
    </p:spTree>
    <p:extLst>
      <p:ext uri="{BB962C8B-B14F-4D97-AF65-F5344CB8AC3E}">
        <p14:creationId xmlns:p14="http://schemas.microsoft.com/office/powerpoint/2010/main" val="287452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5EE04-7E7B-4C2A-9DEA-7A401F5B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今天带走什么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6AF04-82A8-4165-A6CC-65A07D3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6D92-56DA-4BAD-A568-E5ABE9BF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不是一条指令，而是一条可以复用的工作流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A5496-D906-4DF2-9D03-9A82B288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AFE1E-343F-4618-B685-94CB6BC4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每一步都有一个可复制的 AI 对话提示词。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03755-0915-40BE-A269-ED773F0E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3812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98690-4F87-45AF-A380-58EAFDC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C4FF1-6BE2-4F4C-BDE3-468077D9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内容与故事线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278EF-D32D-4A90-A45F-3AB773E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从长文中选出一个中心结论和 5 页故事。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E92F4-E2E3-4909-B4B3-30A4B42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3812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F0527-77D7-4537-B80D-AC11B1B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20A28-3CFD-44CB-BB20-1E9292E7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页面与视觉规格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F3777-32A9-4618-8B50-94546F96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锁定每页要说什么、怎么呈现、什么风格。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5F62D-B6EF-433C-88D3-99BF21CC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23812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AE02C-1D0D-4DD0-B766-D944813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58B51-556F-4D88-8718-6A92F306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素材与图片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B873E-F1DC-4547-9EA4-7D590C6E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只为真正需要的页面生成素材和提示词。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DDC95-1AEB-499E-BC9E-7C35B93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3812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ED605-DAF1-40EE-B9BF-1E72B3D7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8BE38-896F-4E06-81C9-D9EBFCC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生成与检查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F1D05-002A-4F35-A26A-46619931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生成可编辑 PPT，再由人承担质量与责任。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1EBB4-5AC6-48F5-9588-52C1E946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Skill 的作用：把这四步变成一套每次都能重复执行的 SOP。</a:t>
            </a:r>
          </a:p>
        </p:txBody>
      </p:sp>
    </p:spTree>
    <p:extLst>
      <p:ext uri="{BB962C8B-B14F-4D97-AF65-F5344CB8AC3E}">
        <p14:creationId xmlns:p14="http://schemas.microsoft.com/office/powerpoint/2010/main" val="1945966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B01CA-0577-429B-85B1-4947770E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为什么不能直接生成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DC138-8335-4371-8677-93716C23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0DFBB-B6C0-47B0-AC12-D151A613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长文的“信息量”，不等于 PPT 的“表达力”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B8275-0CE1-4C25-A4C6-7819112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4324C-9E24-404F-A20C-21EA8C5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000625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69363-D633-4861-8754-0ABB152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原始文章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A388C-1B5B-4062-A1A4-97613A5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• 近万字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• 多个观点、案例和来源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• 适合查阅，不适合投屏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C7E03-6C8C-481B-B489-A5E7898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66950"/>
            <a:ext cx="5000625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7D68D-227A-434D-A890-A3C5DB8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52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一份可讲的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EB572-92A9-4265-A1B9-6485B732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• 5 个递进观点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• 每页 1 个结论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• 让受众听完知道下一步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9163B-43F3-4D2F-9B9C-5DA511C7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1E3"/>
                </a:solidFill>
              </a:defRPr>
            </a:pPr>
            <a:r>
              <a:rPr sz="1500" b="1">
                <a:solidFill>
                  <a:srgbClr val="0071E3"/>
                </a:solidFill>
              </a:rPr>
              <a:t>AI 的任务，是帮你完成“压缩、选择、组织与表达”；不是替你把文章缩小字号搬上去。</a:t>
            </a:r>
          </a:p>
        </p:txBody>
      </p:sp>
    </p:spTree>
    <p:extLst>
      <p:ext uri="{BB962C8B-B14F-4D97-AF65-F5344CB8AC3E}">
        <p14:creationId xmlns:p14="http://schemas.microsoft.com/office/powerpoint/2010/main" val="2005857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6D024-82F4-4F76-B70F-B6B603F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完整生成路线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6E488-6BDE-407B-8C3A-0B41036B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5632C-B408-46A7-B29B-1F9A8B61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从文章到 PPT，要经过四次“确认”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4AE35-B16F-4C00-A9F5-240FA895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54EEC-4362-44BD-B3E6-628D81C8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478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42410-A48C-4E49-B5DC-901D9AD1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FE6B3-DF7A-403A-8104-0CA95797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原始材料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F1DA0-2D2F-4AA0-911C-DFA3CA69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文章、数据、受众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17624-246D-483D-9EFB-869928D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14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1E3"/>
                </a:solidFill>
              </a:defRPr>
            </a:pPr>
            <a:r>
              <a:rPr sz="180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5278A-54C6-480B-B26C-4150D7F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18478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E87A2-A44F-444F-838F-172E0DE8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28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5B47A-A4E7-4BB8-9A80-29E253B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故事线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3F630-9DC9-404F-9F48-56B7B5EB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33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5 页分别要讲什么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9A6A5-DC2C-4E89-9755-8B50A137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1E3"/>
                </a:solidFill>
              </a:defRPr>
            </a:pPr>
            <a:r>
              <a:rPr sz="180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BAE5B-32DD-4814-A5BB-4E5F3FBD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8478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E0D52-8247-4A06-996C-9DA30DC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64FFD-AE4F-49AB-A1E6-E3009FE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52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页面规格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26255-61E1-4A97-BC57-657BDAA9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内容形式与视觉方向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5108A-AA91-45ED-9454-F4011CB6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14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1E3"/>
                </a:solidFill>
              </a:defRPr>
            </a:pPr>
            <a:r>
              <a:rPr sz="180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2AF1F-F46F-498F-A1C7-A1CF0153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57500"/>
            <a:ext cx="18478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F3FF0-50E3-4081-A82F-185AA7CC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B6DBE-CC00-4B85-853E-A7854E05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素材计划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7AAC3-8A35-46C5-A38C-3B903AD6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哪些页需要图片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5D018-75E1-4395-A3B8-CA3B13A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1E3"/>
                </a:solidFill>
              </a:defRPr>
            </a:pPr>
            <a:r>
              <a:rPr sz="180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571D6-FCB9-4386-8A5A-B6937A83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8478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05C1A-2BCD-49DF-BB5F-8111F976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786C9-2FED-47E5-85AA-11124A43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PPT 初稿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501B7-9C97-4F08-8254-70371464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33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生成后逐页检查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EF85C-46B3-497C-A38B-3562AD5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每一步都先拿到可读、可确认的中间成果，才进入下一步。</a:t>
            </a:r>
          </a:p>
        </p:txBody>
      </p:sp>
    </p:spTree>
    <p:extLst>
      <p:ext uri="{BB962C8B-B14F-4D97-AF65-F5344CB8AC3E}">
        <p14:creationId xmlns:p14="http://schemas.microsoft.com/office/powerpoint/2010/main" val="250859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2A4BB-012D-422C-ACA6-761D28E1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步骤 1｜内容与故事线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2C37-6130-430D-BF3C-43DA4E4B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D3ADB-2B7B-43CA-801E-1EB52C5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先选出要讲的结论，再安排能推动理解的顺序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13642-07AC-45B1-B0D6-FE7AE0A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7B696-6B3E-496E-A717-2AA20A32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9C9E0-B317-4574-A40B-A8327EE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中心结论：听众听完必须记住的 1 句话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C6F77-3524-469E-ABFA-B1466C81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30511-C95E-4F21-BED0-D553DC91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68092-99D3-4DDF-A3F6-979347FD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</a:defRPr>
            </a:pPr>
            <a:r>
              <a:rPr sz="1650" b="0">
                <a:solidFill>
                  <a:srgbClr val="1D1D1F"/>
                </a:solidFill>
              </a:rPr>
              <a:t>关键观点：只保留最能支撑结论的 3～5 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AC61F-B04F-4FFB-B820-E03DE6C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643B0-1950-4DC5-AF2E-6E06495E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06A5A-99C7-4050-8B61-06995A0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</a:defRPr>
            </a:pPr>
            <a:r>
              <a:rPr sz="1650" b="0">
                <a:solidFill>
                  <a:srgbClr val="1D1D1F"/>
                </a:solidFill>
              </a:rPr>
              <a:t>推进问题：前一页提出的问题，由下一页回答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4A95E-7B8D-4F30-95B0-497FFC6A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D5C0C-B329-4990-A10B-ABA6E1E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90F3F-5CC2-4C2B-BCA3-FDD191B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</a:defRPr>
            </a:pPr>
            <a:r>
              <a:rPr sz="1650" b="0">
                <a:solidFill>
                  <a:srgbClr val="1D1D1F"/>
                </a:solidFill>
              </a:rPr>
              <a:t>证据材料：数据、原话、案例都必须可追溯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4B589-A539-48B3-9240-A382064A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F16B6-6105-4169-BDDB-1B60AB8E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</a:defRPr>
            </a:pPr>
            <a:r>
              <a:rPr sz="1200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7522C-F544-478B-A6C2-C84B76C8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</a:defRPr>
            </a:pPr>
            <a:r>
              <a:rPr sz="1650" b="0">
                <a:solidFill>
                  <a:srgbClr val="1D1D1F"/>
                </a:solidFill>
              </a:rPr>
              <a:t>待确认项：没有证据的信息单独列出，不猜测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CD560-9B35-4A52-8713-4EF07A35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9215D-0728-42D6-B4E0-C05DF0A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1E3"/>
                </a:solidFill>
              </a:defRPr>
            </a:pPr>
            <a:r>
              <a:rPr sz="1500" b="1">
                <a:solidFill>
                  <a:srgbClr val="0071E3"/>
                </a:solidFill>
              </a:rPr>
              <a:t>这一步的交付物是 Markdown 故事线；它仍然不是 PPT。</a:t>
            </a:r>
          </a:p>
        </p:txBody>
      </p:sp>
    </p:spTree>
    <p:extLst>
      <p:ext uri="{BB962C8B-B14F-4D97-AF65-F5344CB8AC3E}">
        <p14:creationId xmlns:p14="http://schemas.microsoft.com/office/powerpoint/2010/main" val="1563332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7BD95-BA11-4851-A5C7-B37DC4B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AI 对话提示词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5ADC9-E117-4D51-BE28-682AFBAC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66ABB-1446-43F7-8D27-7D935511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请 AI 先做“汇报策划师”，不要急着生成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A695C-1DF4-4A21-9938-A0A91CC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74EF2-E016-4C94-95F2-B10ACAD6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1112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59770-8C74-4F73-8094-AEEC9F93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B4F8"/>
                </a:solidFill>
              </a:defRPr>
            </a:pPr>
            <a:r>
              <a:rPr sz="1125" b="1">
                <a:solidFill>
                  <a:srgbClr val="8AB4F8"/>
                </a:solidFill>
              </a:rPr>
              <a:t>复制到 AI 对话框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FF78A-283E-4297-92EB-6B4DA21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05537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你是一名汇报策划师。请根据我提供的原始材料，为【受众】设计一份【5】页 PPT 内容方案。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1. 用 1 句话写中心结论；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2. 筛选最能支撑结论的 3～5 个观点；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3. 设计逐页推进的故事线；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4. 每页输出：结论式标题、核心观点、可用证据；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5. 没有证据的信息标记“待确认”，不得编造。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先输出 Markdown 方案，等待我确认；不要生成 PPT 或设计版式。</a:t>
            </a:r>
          </a:p>
        </p:txBody>
      </p:sp>
    </p:spTree>
    <p:extLst>
      <p:ext uri="{BB962C8B-B14F-4D97-AF65-F5344CB8AC3E}">
        <p14:creationId xmlns:p14="http://schemas.microsoft.com/office/powerpoint/2010/main" val="1025652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77D51-07BE-44CE-9E8E-FA8C4001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步骤 2｜先让 AI 提出视觉路线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7DC75-A052-4B07-A9E3-ADB45A9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A8E79-F2BA-46B6-8B18-08D23E65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不是先点名“某某风格”，而是先比较哪种表达最适合材料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792B4-4C0B-43DB-9EAF-03A8AC6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58906-6E8F-4628-B153-13B15CB4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3337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DAA18-EBFB-4472-904C-E53DD06A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A｜权威研究报告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C0FC6-4112-451C-9C34-31091B8F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686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白底、少色、数据与来源优先。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适合需要建立可信度的管理层汇报。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1A43D-5313-47BB-B617-62D49EA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33337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D3000-B439-40CF-9DFE-3667F513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B｜未来工作转型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87C90-0B2B-411E-A9C2-9C03F070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2686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黑底与钴蓝强调，呈现“任务被重写”的变化感。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适合本案例，推荐先做首页预览。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FB400-5385-4BFF-A54B-9F0BB96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0050"/>
            <a:ext cx="876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9525">
            <a:solidFill>
              <a:srgbClr val="007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D497A-CCA7-4A0D-A59C-4A3985CE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 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4E938-00C9-4E3E-B148-AC79DCE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3337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DAF5A-6256-4FAA-A031-F633A2EA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C｜人物职业旅程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EA306-FCD7-4DED-A9F8-7B8936F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686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更有人情味，围绕角色困境与行动路径。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适合培训、分享和激励型表达。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FC99-3658-47E3-BEA5-72FAAAF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1E3"/>
                </a:solidFill>
              </a:defRPr>
            </a:pPr>
            <a:r>
              <a:rPr sz="1500" b="1">
                <a:solidFill>
                  <a:srgbClr val="0071E3"/>
                </a:solidFill>
              </a:rPr>
              <a:t>每条路线都要说明：为什么适合、页面语言、风险，以及一条“仅生成首页”的提示词。</a:t>
            </a:r>
          </a:p>
        </p:txBody>
      </p:sp>
    </p:spTree>
    <p:extLst>
      <p:ext uri="{BB962C8B-B14F-4D97-AF65-F5344CB8AC3E}">
        <p14:creationId xmlns:p14="http://schemas.microsoft.com/office/powerpoint/2010/main" val="9084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2494D-32A7-431E-BA46-3C46D17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AI 对话提示词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7F7FE-5800-4671-AEFD-ABE2F623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E2635-31D5-4B4B-9E04-013153E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让 AI 先给 3 条视觉方向，停止，等待你选择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3CFA1-C37C-4B61-A5FA-1131464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AF67E-F0EB-49C8-9F15-ED89902A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1112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606F4-310B-4CAD-902B-0169B8A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B4F8"/>
                </a:solidFill>
              </a:defRPr>
            </a:pPr>
            <a:r>
              <a:rPr sz="1125" b="1">
                <a:solidFill>
                  <a:srgbClr val="8AB4F8"/>
                </a:solidFill>
              </a:rPr>
              <a:t>复制到 AI 对话框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609D-9969-43B1-A9F1-D564E26E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05537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你是一名演示文稿创意总监。根据材料、受众、汇报目标和已确认的故事线，先不要生成整份 PPT，也不要假定我已经选定视觉风格。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请提出 3 条彼此明显不同、且确实适合本次内容的视觉方向。每条包括：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1. 易懂的方向名称；2. 为什么适合；3. 页面语言（留白、信息密度、配色、图表和图片）；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4. 封面构图；5. 可能的风险；6. 一条可直接生成“仅首页预览”的中文提示词。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然后推荐 1 条并说明理由。停止，等待我选择。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我选定后，再为每页输出：标题、核心观点、证据、表达形式、页面结构、视觉重点和图片需求。</a:t>
            </a:r>
          </a:p>
        </p:txBody>
      </p:sp>
    </p:spTree>
    <p:extLst>
      <p:ext uri="{BB962C8B-B14F-4D97-AF65-F5344CB8AC3E}">
        <p14:creationId xmlns:p14="http://schemas.microsoft.com/office/powerpoint/2010/main" val="383262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933AE-C02E-4144-AD56-68AD127E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选定后，只生成 1 页首页预览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A84C3-CAF2-4169-BC72-C394AAE7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70ABF-690B-49E2-A613-253C0C4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在一页上验证方向，而不是生成 20 页后再推倒重来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EEF99-8E2F-4DEE-8CCE-57E38E2F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F5D2A-6557-44EB-A2D8-5DCC7693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3C35E-AE4C-444B-A820-21A50BE3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60DA9-A2C1-41E8-9F30-68616223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38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标题空间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B2D20-9A36-4BB2-B946-D17292B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标题是否足够醒目、是否有清晰的视觉焦点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D2320-7C84-4832-85ED-04B3B5A8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A0A82-01C9-4E9B-AD3B-9DF08D5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19A90-E793-48E1-9999-0C9A4BD6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图片气质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45C54-C338-4CF9-A481-14338CE4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图片是否真的帮助理解内容，而不是只显得“高级”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9D715-11D4-4524-B4E2-6CC3DC2A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F3978-AA09-4402-B9CA-7A98154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4092D-8A98-4E15-ABD1-BA4E532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色彩与密度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6A720-0DDD-4649-B7E7-153121CA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色彩、留白和信息量是否符合受众与场景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D8C71-0C6A-46EC-8431-382F3D5E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42291-36A7-4C60-A9D4-E599CDF9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1D7CC-211E-4077-A03A-B794162E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延展性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C58B6-0F4F-4310-8CB3-18DBDFC8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这一套规则能否自然延展到数据页、流程页和结尾页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7D7B3-4D2B-41BE-904F-EEDA8E2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1E3"/>
                </a:solidFill>
              </a:defRPr>
            </a:pPr>
            <a:r>
              <a:rPr sz="1500" b="1">
                <a:solidFill>
                  <a:srgbClr val="0071E3"/>
                </a:solidFill>
              </a:rPr>
              <a:t>未通过就回到“视觉路线”重新选择；通过才进入页面规格、素材和全套 PPT。</a:t>
            </a:r>
          </a:p>
        </p:txBody>
      </p:sp>
    </p:spTree>
    <p:extLst>
      <p:ext uri="{BB962C8B-B14F-4D97-AF65-F5344CB8AC3E}">
        <p14:creationId xmlns:p14="http://schemas.microsoft.com/office/powerpoint/2010/main" val="1020172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3978C-D0A2-48E6-AA61-6790A06E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步骤 3｜素材与图片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25057-459B-474E-A6BF-5F3A03FB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3053E-8CC7-40F5-907C-2BFB241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先判断图片有没有信息价值，再决定生成什么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68EFF-0DF6-4CF6-83B1-CCED73A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3BFB8-9BCE-43BC-AF4E-2E7F6ED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3375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362D7-411C-48F7-A030-6F47365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数据结论页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BCB72-E015-41FA-A893-C2EC2EB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优先图表、大数字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不需要无关装饰图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5AA65-B967-4E46-BA78-D88D9F0C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333375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29CD9-74E1-4825-85EC-B19FAB1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流程说明页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DDFC5-E664-4960-811B-A516547C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优先步骤图、结构图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不需要复杂人物插画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C5B37-7621-4827-B885-B8C42ABE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33375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FA91D-B7F6-4259-A11D-1DABE4DD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抽象概念页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E5444-B309-4D46-8DE3-9940FDD3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可使用概念图或 AI 生图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为结论留出文字空间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17E21-20FD-480E-98BE-50ACED1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1E3"/>
                </a:solidFill>
              </a:defRPr>
            </a:pPr>
            <a:r>
              <a:rPr sz="1800" b="1">
                <a:solidFill>
                  <a:srgbClr val="0071E3"/>
                </a:solidFill>
              </a:rPr>
              <a:t>图片是证据或情绪支撑，不是“每页必须完成的装饰任务”。</a:t>
            </a:r>
          </a:p>
        </p:txBody>
      </p:sp>
    </p:spTree>
    <p:extLst>
      <p:ext uri="{BB962C8B-B14F-4D97-AF65-F5344CB8AC3E}">
        <p14:creationId xmlns:p14="http://schemas.microsoft.com/office/powerpoint/2010/main" val="1088985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1FA70-ABAF-454A-90F6-B5683920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AI 对话提示词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2ECC0-71A6-4BEF-9A6A-B9529DBC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F5E63-C9D8-401D-A7F9-0A9ED1B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让 AI 按已选方向输出素材表和生图提示词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63580-BBE0-4F85-8D37-38E8DCF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42FBA-640B-42DC-B11C-DCD91297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50482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1112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2E4F0-5B85-4CFD-B88A-33E6B13B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B4F8"/>
                </a:solidFill>
              </a:defRPr>
            </a:pPr>
            <a:r>
              <a:rPr sz="1125" b="1">
                <a:solidFill>
                  <a:srgbClr val="8AB4F8"/>
                </a:solidFill>
              </a:rPr>
              <a:t>素材计划提示词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5E9BD-5B17-4666-92CB-811E778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210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你是一名演示文稿视觉总监。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根据“已确认的视觉方向”和逐页页面规格，逐页判断：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这页是否真的需要图片。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对需要 AI 生图的页面，输出：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页码、图片作用、推荐画面、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中文生图提示词、画幅、构图、避免项。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必须延续已选方向；图片为标题和结论留出空间，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不出现文字、Logo、界面截图或水印。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50770-1CC5-4D98-BA18-3E86CD2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56197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5C76A-20C7-4060-870A-90CDBAEB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</a:defRPr>
            </a:pPr>
            <a:r>
              <a:rPr sz="1275" b="1">
                <a:solidFill>
                  <a:srgbClr val="0071E3"/>
                </a:solidFill>
              </a:rPr>
              <a:t>封面图示例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75D17-0025-4E6A-A4EB-FEFD8B0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</a:defRPr>
            </a:pPr>
            <a:r>
              <a:rPr sz="1350" b="0">
                <a:solidFill>
                  <a:srgbClr val="1D1D1F"/>
                </a:solidFill>
              </a:rPr>
              <a:t>未来工作转型方向：左侧是有序的任务卡片，右侧逐渐演化为清晰的人机协同工作流，一条钴蓝色线连接变化。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1D1F"/>
                </a:solidFill>
              </a:defRPr>
            </a:pPr>
            <a:r>
              <a:rPr sz="1350" b="0">
                <a:solidFill>
                  <a:srgbClr val="1D1D1F"/>
                </a:solidFill>
              </a:rPr>
              <a:t>可信、克制的编辑风格 3D 纸张雕塑，16:9；左侧留出深色标题空间。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D1D1F"/>
                </a:solidFill>
              </a:defRPr>
            </a:pPr>
            <a:r>
              <a:rPr sz="1350" b="0">
                <a:solidFill>
                  <a:srgbClr val="1D1D1F"/>
                </a:solidFill>
              </a:rPr>
              <a:t>不要文字、字母、数字、Logo、界面截图、水印或人物。</a:t>
            </a:r>
          </a:p>
        </p:txBody>
      </p:sp>
    </p:spTree>
    <p:extLst>
      <p:ext uri="{BB962C8B-B14F-4D97-AF65-F5344CB8AC3E}">
        <p14:creationId xmlns:p14="http://schemas.microsoft.com/office/powerpoint/2010/main" val="1923044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0654D-32F1-42B6-901C-ABDAC21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步骤 4｜生成 PPT 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312F4-E30F-4D81-8237-8C70670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EFA89-7159-4D5B-B5B7-2397420F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把已确认的内容、页面规格与素材一次性交给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D89B-10AF-49A7-BB25-B1109408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E5F8A-387C-4DC3-9FA6-0C1D058B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33337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5FFF2-AE7E-47B9-AD75-D021885D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A8BDA-2025-4F9C-8458-C773AA74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故事线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逐页页面规格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视觉规范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已生成素材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D66F8-B2DB-4328-AA0C-8902FC6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33337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54F14-74EF-4A66-96D4-2B870D56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生成要求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D65C6-67BE-418A-8290-C542762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一页一个观点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标题使用结论句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文字、图表保持可编辑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EB985-2B09-4B41-880B-755BF4C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3337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9A13B-ECDE-4CE2-98E8-3873D84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完成后检查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78C89-88DD-4C96-A12A-F835358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溢出与遮挡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图片裁切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图表口径</a:t>
            </a:r>
          </a:p>
          <a:p xmlns:a="http://schemas.openxmlformats.org/drawingml/2006/main">
            <a:pPr algn="l">
              <a:defRPr sz="1425" b="0">
                <a:solidFill>
                  <a:srgbClr val="6E6E73"/>
                </a:solidFill>
              </a:defRPr>
            </a:pPr>
            <a:r>
              <a:rPr sz="1425" b="0">
                <a:solidFill>
                  <a:srgbClr val="6E6E73"/>
                </a:solidFill>
              </a:rPr>
              <a:t>讲述是否顺畅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CE2AB-042D-4A2E-A5D0-5412AA33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1E3"/>
                </a:solidFill>
              </a:defRPr>
            </a:pPr>
            <a:r>
              <a:rPr sz="1575" b="1">
                <a:solidFill>
                  <a:srgbClr val="0071E3"/>
                </a:solidFill>
              </a:rPr>
              <a:t>如果已有公司模板：保留母版与占位区，填内容而不是重做模板。</a:t>
            </a:r>
          </a:p>
        </p:txBody>
      </p:sp>
    </p:spTree>
    <p:extLst>
      <p:ext uri="{BB962C8B-B14F-4D97-AF65-F5344CB8AC3E}">
        <p14:creationId xmlns:p14="http://schemas.microsoft.com/office/powerpoint/2010/main" val="1248552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6B546-E133-4BBA-A7E9-E86B7CAF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AI 对话提示词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BEB2E-7A3E-4232-96A3-C7F1FA59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8D111-BA60-40BC-BB87-97773568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首页确认后，再生成全套，并锁定交付标准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FCD77-25E7-4CF9-8607-E1448AE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B1E54-4CFE-4D8E-ADFE-24BA182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11252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1112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2FD46-3186-41B7-B77C-6BB7439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B4F8"/>
                </a:solidFill>
              </a:defRPr>
            </a:pPr>
            <a:r>
              <a:rPr sz="1125" b="1">
                <a:solidFill>
                  <a:srgbClr val="8AB4F8"/>
                </a:solidFill>
              </a:rPr>
              <a:t>复制到 AI 对话框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7412C-CD35-43DC-A825-F058B9E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05537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你是一名 PowerPoint 制作专家。请根据已确认的故事线、逐页页面规格、视觉方向、首页预览和素材，生成一份 16:9 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要求：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每页只表达一个核心观点，标题使用结论句；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严格延续首页已确认的色彩、留白、字体气质和图片语言；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图表、流程和文字保持可编辑；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只在素材计划标记为“需要图片”的页面插图；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不得编造数据、案例、机构或结论；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生成后逐页检查：文字溢出、图片裁切、对齐留白、图表口径和讲述节奏。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先输出页码、标题、内容形式、所用素材清单，确认后再生成文件。</a:t>
            </a:r>
          </a:p>
        </p:txBody>
      </p:sp>
    </p:spTree>
    <p:extLst>
      <p:ext uri="{BB962C8B-B14F-4D97-AF65-F5344CB8AC3E}">
        <p14:creationId xmlns:p14="http://schemas.microsoft.com/office/powerpoint/2010/main" val="18363990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D6B28-7FAE-4773-AA52-66482EA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另一条路线｜基于模板填充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E260-9C59-412B-B2BF-A422EDEB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7D29C-BCD4-47F8-B886-D58F317E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模板不是背景图；它是一套已经确定的视觉和品牌规则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90D1D-0F75-4E71-9F14-37679307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99F2F-1890-4EDB-9F42-DC249532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23812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7162F-B0FD-4B49-B659-BB12449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65AA5-83D8-4D6A-8EDD-BC81FD9B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读取模板</a:t>
            </a:r>
          </a:p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识别可编辑区域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449F6-1870-4437-BEB4-0C78E5F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</a:defRPr>
            </a:pPr>
            <a:r>
              <a:rPr sz="165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2D1D-90C3-42EF-A000-BD42EED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3812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9035D-B5C0-47D6-AC5D-C66CA892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6D42B-3298-4276-9258-9FCDB6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内容匹配</a:t>
            </a:r>
          </a:p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选择合适版式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9290B-F655-41CA-9675-624925B5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</a:defRPr>
            </a:pPr>
            <a:r>
              <a:rPr sz="165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32682-0939-47DF-BA47-44AD83FE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23812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4D255-DC71-4D5E-9251-1F3DB0D1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C7E1F-604F-4CDE-AB44-3E2E013B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填充内容</a:t>
            </a:r>
          </a:p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替换图表和图片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12C75-E86C-4788-ADC0-7DA2401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</a:defRPr>
            </a:pPr>
            <a:r>
              <a:rPr sz="1650" b="1">
                <a:solidFill>
                  <a:srgbClr val="0071E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69F79-EA03-44FD-A51B-9D17D921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23812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93CAA-AF29-4A58-AB15-378C2AA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</a:defRPr>
            </a:pPr>
            <a:r>
              <a:rPr sz="1050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0ADC4-5828-4541-B766-8528E5E0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检查一致性</a:t>
            </a:r>
          </a:p>
          <a:p xmlns:a="http://schemas.openxmlformats.org/drawingml/2006/main">
            <a:pPr algn="l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不破坏模板规则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F2980-71DD-4061-AC55-590D8AD4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</a:defRPr>
            </a:pPr>
            <a:r>
              <a:rPr sz="1650" b="1">
                <a:solidFill>
                  <a:srgbClr val="0071E3"/>
                </a:solidFill>
              </a:rPr>
              <a:t>内容放不下时：缩短文案、拆页或换版式；不要偷偷把字号缩小。</a:t>
            </a:r>
          </a:p>
        </p:txBody>
      </p:sp>
    </p:spTree>
    <p:extLst>
      <p:ext uri="{BB962C8B-B14F-4D97-AF65-F5344CB8AC3E}">
        <p14:creationId xmlns:p14="http://schemas.microsoft.com/office/powerpoint/2010/main" val="714948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DC860-7BB9-422C-AEE7-9506E9F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最后：人工检查与迭代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64368-BE14-40DC-A0C9-F091554E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9FCC7-B934-462A-9FA9-D49B603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F"/>
                </a:solidFill>
              </a:defRPr>
            </a:pPr>
            <a:r>
              <a:rPr sz="2700" b="1">
                <a:solidFill>
                  <a:srgbClr val="1D1D1F"/>
                </a:solidFill>
              </a:rPr>
              <a:t>AI 生成的是初稿；人交付的是结果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8D0C-B514-473E-92EA-5CF5B373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28c84f0ac43ea"/>
          <a:srcRect xmlns:a="http://schemas.openxmlformats.org/drawingml/2006/main" l="8216" t="0" r="82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2133600"/>
            <a:ext cx="466725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693BA-D355-40AB-B1CB-6DC69928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C10CB-54E9-4E0A-AFA0-36E0788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A72C1-75D8-4168-A356-63EC83E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526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数据、机构、案例能回到原始材料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5238-E3D6-48FB-9D5D-2DE9983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5B95B-ED14-4423-A3E3-E0D7FBED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25F3-C88E-4E42-9481-6479EABF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43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每页只讲一个观点，并推动下一页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2DEA2-5B14-489B-AF8C-9AE02599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F8D1F-52A4-4955-BA0D-BD5535B6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可读性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109D5-7AE1-4D84-B870-C9F0203A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投屏时标题与关键数字一眼看清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100F7-383D-468D-ACD2-957C38D0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59059-D3E8-40E1-8D9E-0536B4C2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C1CDD-FD68-4FF8-87F4-05F845FF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无溢出、遮挡和错误裁切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5E72C-7E07-43AC-A26F-2DB99C46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1E3"/>
                </a:solidFill>
              </a:defRPr>
            </a:pPr>
            <a:r>
              <a:rPr sz="975" b="1">
                <a:solidFill>
                  <a:srgbClr val="0071E3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9BF44-029F-4F7E-9D6B-F445512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A9CD8-A544-4C1E-90DD-C639301D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14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敏感信息、版权和结论都经过把关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EA8C8-BFBA-4A75-B217-C11F8C48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</a:defRPr>
            </a:pPr>
            <a:r>
              <a:rPr sz="1650" b="1">
                <a:solidFill>
                  <a:srgbClr val="0071E3"/>
                </a:solidFill>
              </a:rPr>
              <a:t>最快的 AI，不等于最可靠的交付。</a:t>
            </a:r>
          </a:p>
        </p:txBody>
      </p:sp>
    </p:spTree>
    <p:extLst>
      <p:ext uri="{BB962C8B-B14F-4D97-AF65-F5344CB8AC3E}">
        <p14:creationId xmlns:p14="http://schemas.microsoft.com/office/powerpoint/2010/main" val="7123570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521E7-1406-4288-A6FA-D10B4A55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一篇长文，也可以被稳定地变成一份好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CA91E-B6F0-4AC3-94C0-4C9A3659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73238-CC2E-424C-933A-7163D3D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2D2D7"/>
                </a:solidFill>
              </a:defRPr>
            </a:pPr>
            <a:r>
              <a:rPr sz="2250" b="1">
                <a:solidFill>
                  <a:srgbClr val="D2D2D7"/>
                </a:solidFill>
              </a:rPr>
              <a:t>先理解内容</a:t>
            </a:r>
          </a:p>
          <a:p xmlns:a="http://schemas.openxmlformats.org/drawingml/2006/main">
            <a:pPr algn="l">
              <a:defRPr sz="2250" b="1">
                <a:solidFill>
                  <a:srgbClr val="D2D2D7"/>
                </a:solidFill>
              </a:defRPr>
            </a:pPr>
            <a:r>
              <a:rPr sz="2250" b="1">
                <a:solidFill>
                  <a:srgbClr val="D2D2D7"/>
                </a:solidFill>
              </a:rPr>
              <a:t>再设计表达</a:t>
            </a:r>
          </a:p>
          <a:p xmlns:a="http://schemas.openxmlformats.org/drawingml/2006/main">
            <a:pPr algn="l">
              <a:defRPr sz="2250" b="1">
                <a:solidFill>
                  <a:srgbClr val="D2D2D7"/>
                </a:solidFill>
              </a:defRPr>
            </a:pPr>
            <a:r>
              <a:rPr sz="2250" b="1">
                <a:solidFill>
                  <a:srgbClr val="D2D2D7"/>
                </a:solidFill>
              </a:rPr>
              <a:t>再准备素材</a:t>
            </a:r>
          </a:p>
          <a:p xmlns:a="http://schemas.openxmlformats.org/drawingml/2006/main">
            <a:pPr algn="l">
              <a:defRPr sz="2250" b="1">
                <a:solidFill>
                  <a:srgbClr val="D2D2D7"/>
                </a:solidFill>
              </a:defRPr>
            </a:pPr>
            <a:r>
              <a:rPr sz="2250" b="1">
                <a:solidFill>
                  <a:srgbClr val="D2D2D7"/>
                </a:solidFill>
              </a:rPr>
              <a:t>最后生成并检查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C977F-42F2-4824-9D61-AA62B883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9525">
            <a:solidFill>
              <a:srgbClr val="0071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E39A9-333D-41FA-B413-52131F24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 内容与故事线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F6526-C4FB-4D89-A11B-D8BA128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286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F5723-9842-4075-998A-235C5C40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F"/>
                </a:solidFill>
              </a:defRPr>
            </a:pPr>
            <a:r>
              <a:rPr sz="1125" b="1">
                <a:solidFill>
                  <a:srgbClr val="1D1D1F"/>
                </a:solidFill>
              </a:rPr>
              <a:t>02 页面与视觉规格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6646A-03DB-47FB-BE2E-F5DB155E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4D82D-367E-4E71-89D4-9A27D586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F"/>
                </a:solidFill>
              </a:defRPr>
            </a:pPr>
            <a:r>
              <a:rPr sz="1125" b="1">
                <a:solidFill>
                  <a:srgbClr val="1D1D1F"/>
                </a:solidFill>
              </a:rPr>
              <a:t>03 素材与图片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099EE-0127-4CF3-B307-1FC9EFFF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286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40D49-3DF8-48CC-B7F0-B2F8165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F"/>
                </a:solidFill>
              </a:defRPr>
            </a:pPr>
            <a:r>
              <a:rPr sz="1125" b="1">
                <a:solidFill>
                  <a:srgbClr val="1D1D1F"/>
                </a:solidFill>
              </a:rPr>
              <a:t>04 生成与检查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C64F7-F821-4AB0-91AB-40ED9F0C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</a:defRPr>
            </a:pPr>
            <a:r>
              <a:rPr sz="1500" b="0">
                <a:solidFill>
                  <a:srgbClr val="A1A1A6"/>
                </a:solidFill>
              </a:rPr>
              <a:t>下一次实操：用你自己的工作材料，走完这四步。</a:t>
            </a:r>
          </a:p>
        </p:txBody>
      </p:sp>
    </p:spTree>
    <p:extLst>
      <p:ext uri="{BB962C8B-B14F-4D97-AF65-F5344CB8AC3E}">
        <p14:creationId xmlns:p14="http://schemas.microsoft.com/office/powerpoint/2010/main" val="1410968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2026-07-26T11:51:03.5700000Z</dcterms:created>
  <dcterms:modified xsi:type="dcterms:W3CDTF">2026-07-26T11:51:03.5700000Z</dcterms:modified>
</coreProperties>
</file>